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21"/>
  </p:handoutMasterIdLst>
  <p:sldIdLst>
    <p:sldId id="256" r:id="rId4"/>
    <p:sldId id="507" r:id="rId6"/>
    <p:sldId id="265" r:id="rId7"/>
    <p:sldId id="508" r:id="rId8"/>
    <p:sldId id="509" r:id="rId9"/>
    <p:sldId id="510" r:id="rId10"/>
    <p:sldId id="511" r:id="rId11"/>
    <p:sldId id="512" r:id="rId12"/>
    <p:sldId id="513" r:id="rId13"/>
    <p:sldId id="514" r:id="rId14"/>
    <p:sldId id="515" r:id="rId15"/>
    <p:sldId id="516" r:id="rId16"/>
    <p:sldId id="517" r:id="rId17"/>
    <p:sldId id="518" r:id="rId18"/>
    <p:sldId id="519" r:id="rId19"/>
    <p:sldId id="382" r:id="rId20"/>
  </p:sldIdLst>
  <p:sldSz cx="12192000" cy="6858000"/>
  <p:notesSz cx="7103745" cy="10234295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6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  <p:cmAuthor id="2" name="user" initials="u" lastIdx="1" clrIdx="1"/>
  <p:cmAuthor id="3" name="多 李" initials="多" lastIdx="1" clrIdx="2"/>
  <p:cmAuthor id="4" name="mk" initials="m" lastIdx="1" clrIdx="3"/>
  <p:cmAuthor id="693290163" name="j w" initials="j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B4D"/>
    <a:srgbClr val="FDF7E3"/>
    <a:srgbClr val="58B6E5"/>
    <a:srgbClr val="223CEB"/>
    <a:srgbClr val="6096E6"/>
    <a:srgbClr val="4F80BD"/>
    <a:srgbClr val="8064A2"/>
    <a:srgbClr val="2C94F7"/>
    <a:srgbClr val="2D7BFE"/>
    <a:srgbClr val="F1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3989"/>
  </p:normalViewPr>
  <p:slideViewPr>
    <p:cSldViewPr snapToGrid="0" showGuides="1">
      <p:cViewPr varScale="1">
        <p:scale>
          <a:sx n="88" d="100"/>
          <a:sy n="88" d="100"/>
        </p:scale>
        <p:origin x="880" y="176"/>
      </p:cViewPr>
      <p:guideLst>
        <p:guide orient="horz" pos="2205"/>
        <p:guide pos="3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720" y="18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67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4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组合 270"/>
          <p:cNvGrpSpPr/>
          <p:nvPr userDrawn="1"/>
        </p:nvGrpSpPr>
        <p:grpSpPr>
          <a:xfrm>
            <a:off x="11152505" y="-11430"/>
            <a:ext cx="1003300" cy="1003300"/>
            <a:chOff x="415" y="0"/>
            <a:chExt cx="1438" cy="1438"/>
          </a:xfrm>
        </p:grpSpPr>
        <p:sp>
          <p:nvSpPr>
            <p:cNvPr id="260" name="椭圆 259"/>
            <p:cNvSpPr/>
            <p:nvPr>
              <p:custDataLst>
                <p:tags r:id="rId2"/>
              </p:custDataLst>
            </p:nvPr>
          </p:nvSpPr>
          <p:spPr>
            <a:xfrm>
              <a:off x="536" y="121"/>
              <a:ext cx="1195" cy="1195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0">
                    <a:srgbClr val="4874CB"/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61" name="椭圆 260"/>
            <p:cNvSpPr/>
            <p:nvPr>
              <p:custDataLst>
                <p:tags r:id="rId3"/>
              </p:custDataLst>
            </p:nvPr>
          </p:nvSpPr>
          <p:spPr>
            <a:xfrm>
              <a:off x="496" y="81"/>
              <a:ext cx="1276" cy="1276"/>
            </a:xfrm>
            <a:prstGeom prst="ellipse">
              <a:avLst/>
            </a:prstGeom>
            <a:noFill/>
            <a:ln w="6350" cap="flat" cmpd="sng" algn="ctr">
              <a:gradFill>
                <a:gsLst>
                  <a:gs pos="0">
                    <a:srgbClr val="4874CB">
                      <a:alpha val="80000"/>
                    </a:srgbClr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62" name="椭圆 261"/>
            <p:cNvSpPr/>
            <p:nvPr>
              <p:custDataLst>
                <p:tags r:id="rId4"/>
              </p:custDataLst>
            </p:nvPr>
          </p:nvSpPr>
          <p:spPr>
            <a:xfrm>
              <a:off x="455" y="41"/>
              <a:ext cx="1357" cy="1357"/>
            </a:xfrm>
            <a:prstGeom prst="ellipse">
              <a:avLst/>
            </a:prstGeom>
            <a:noFill/>
            <a:ln w="3175" cap="flat" cmpd="sng" algn="ctr">
              <a:gradFill>
                <a:gsLst>
                  <a:gs pos="0">
                    <a:srgbClr val="4874CB">
                      <a:alpha val="60000"/>
                    </a:srgbClr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63" name="椭圆 262"/>
            <p:cNvSpPr/>
            <p:nvPr>
              <p:custDataLst>
                <p:tags r:id="rId5"/>
              </p:custDataLst>
            </p:nvPr>
          </p:nvSpPr>
          <p:spPr>
            <a:xfrm>
              <a:off x="415" y="0"/>
              <a:ext cx="1438" cy="1438"/>
            </a:xfrm>
            <a:prstGeom prst="ellipse">
              <a:avLst/>
            </a:prstGeom>
            <a:noFill/>
            <a:ln w="3175" cap="flat" cmpd="sng" algn="ctr">
              <a:gradFill>
                <a:gsLst>
                  <a:gs pos="0">
                    <a:srgbClr val="4874CB">
                      <a:alpha val="40000"/>
                    </a:srgbClr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69" name="平行四边形 368"/>
          <p:cNvSpPr/>
          <p:nvPr userDrawn="1">
            <p:custDataLst>
              <p:tags r:id="rId6"/>
            </p:custDataLst>
          </p:nvPr>
        </p:nvSpPr>
        <p:spPr>
          <a:xfrm flipV="1">
            <a:off x="6313170" y="614045"/>
            <a:ext cx="5892165" cy="92075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4874CB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05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72" name="任意多边形: 形状 14"/>
          <p:cNvSpPr/>
          <p:nvPr userDrawn="1">
            <p:custDataLst>
              <p:tags r:id="rId7"/>
            </p:custDataLst>
          </p:nvPr>
        </p:nvSpPr>
        <p:spPr>
          <a:xfrm>
            <a:off x="11136630" y="106680"/>
            <a:ext cx="1003300" cy="522605"/>
          </a:xfrm>
          <a:custGeom>
            <a:avLst/>
            <a:gdLst>
              <a:gd name="connsiteX0" fmla="*/ 0 w 2247900"/>
              <a:gd name="connsiteY0" fmla="*/ 723900 h 1066800"/>
              <a:gd name="connsiteX1" fmla="*/ 762000 w 2247900"/>
              <a:gd name="connsiteY1" fmla="*/ 685800 h 1066800"/>
              <a:gd name="connsiteX2" fmla="*/ 819150 w 2247900"/>
              <a:gd name="connsiteY2" fmla="*/ 533400 h 1066800"/>
              <a:gd name="connsiteX3" fmla="*/ 857250 w 2247900"/>
              <a:gd name="connsiteY3" fmla="*/ 1066800 h 1066800"/>
              <a:gd name="connsiteX4" fmla="*/ 933450 w 2247900"/>
              <a:gd name="connsiteY4" fmla="*/ 0 h 1066800"/>
              <a:gd name="connsiteX5" fmla="*/ 1009650 w 2247900"/>
              <a:gd name="connsiteY5" fmla="*/ 666750 h 1066800"/>
              <a:gd name="connsiteX6" fmla="*/ 1104900 w 2247900"/>
              <a:gd name="connsiteY6" fmla="*/ 419100 h 1066800"/>
              <a:gd name="connsiteX7" fmla="*/ 1200150 w 2247900"/>
              <a:gd name="connsiteY7" fmla="*/ 723900 h 1066800"/>
              <a:gd name="connsiteX8" fmla="*/ 1447800 w 2247900"/>
              <a:gd name="connsiteY8" fmla="*/ 685800 h 1066800"/>
              <a:gd name="connsiteX9" fmla="*/ 1447800 w 2247900"/>
              <a:gd name="connsiteY9" fmla="*/ 171450 h 1066800"/>
              <a:gd name="connsiteX10" fmla="*/ 1543050 w 2247900"/>
              <a:gd name="connsiteY10" fmla="*/ 819150 h 1066800"/>
              <a:gd name="connsiteX11" fmla="*/ 1657350 w 2247900"/>
              <a:gd name="connsiteY11" fmla="*/ 495300 h 1066800"/>
              <a:gd name="connsiteX12" fmla="*/ 1714500 w 2247900"/>
              <a:gd name="connsiteY12" fmla="*/ 723900 h 1066800"/>
              <a:gd name="connsiteX13" fmla="*/ 2247900 w 2247900"/>
              <a:gd name="connsiteY13" fmla="*/ 704850 h 1066800"/>
              <a:gd name="connsiteX0-1" fmla="*/ 0 w 2591397"/>
              <a:gd name="connsiteY0-2" fmla="*/ 723900 h 1066800"/>
              <a:gd name="connsiteX1-3" fmla="*/ 762000 w 2591397"/>
              <a:gd name="connsiteY1-4" fmla="*/ 685800 h 1066800"/>
              <a:gd name="connsiteX2-5" fmla="*/ 819150 w 2591397"/>
              <a:gd name="connsiteY2-6" fmla="*/ 533400 h 1066800"/>
              <a:gd name="connsiteX3-7" fmla="*/ 857250 w 2591397"/>
              <a:gd name="connsiteY3-8" fmla="*/ 1066800 h 1066800"/>
              <a:gd name="connsiteX4-9" fmla="*/ 933450 w 2591397"/>
              <a:gd name="connsiteY4-10" fmla="*/ 0 h 1066800"/>
              <a:gd name="connsiteX5-11" fmla="*/ 1009650 w 2591397"/>
              <a:gd name="connsiteY5-12" fmla="*/ 666750 h 1066800"/>
              <a:gd name="connsiteX6-13" fmla="*/ 1104900 w 2591397"/>
              <a:gd name="connsiteY6-14" fmla="*/ 419100 h 1066800"/>
              <a:gd name="connsiteX7-15" fmla="*/ 1200150 w 2591397"/>
              <a:gd name="connsiteY7-16" fmla="*/ 723900 h 1066800"/>
              <a:gd name="connsiteX8-17" fmla="*/ 1447800 w 2591397"/>
              <a:gd name="connsiteY8-18" fmla="*/ 685800 h 1066800"/>
              <a:gd name="connsiteX9-19" fmla="*/ 1447800 w 2591397"/>
              <a:gd name="connsiteY9-20" fmla="*/ 171450 h 1066800"/>
              <a:gd name="connsiteX10-21" fmla="*/ 1543050 w 2591397"/>
              <a:gd name="connsiteY10-22" fmla="*/ 819150 h 1066800"/>
              <a:gd name="connsiteX11-23" fmla="*/ 1657350 w 2591397"/>
              <a:gd name="connsiteY11-24" fmla="*/ 495300 h 1066800"/>
              <a:gd name="connsiteX12-25" fmla="*/ 1714500 w 2591397"/>
              <a:gd name="connsiteY12-26" fmla="*/ 723900 h 1066800"/>
              <a:gd name="connsiteX13-27" fmla="*/ 2591397 w 2591397"/>
              <a:gd name="connsiteY13-28" fmla="*/ 727750 h 1066800"/>
              <a:gd name="connsiteX0-29" fmla="*/ 0 w 3046530"/>
              <a:gd name="connsiteY0-30" fmla="*/ 692412 h 1066800"/>
              <a:gd name="connsiteX1-31" fmla="*/ 1217133 w 3046530"/>
              <a:gd name="connsiteY1-32" fmla="*/ 685800 h 1066800"/>
              <a:gd name="connsiteX2-33" fmla="*/ 1274283 w 3046530"/>
              <a:gd name="connsiteY2-34" fmla="*/ 533400 h 1066800"/>
              <a:gd name="connsiteX3-35" fmla="*/ 1312383 w 3046530"/>
              <a:gd name="connsiteY3-36" fmla="*/ 1066800 h 1066800"/>
              <a:gd name="connsiteX4-37" fmla="*/ 1388583 w 3046530"/>
              <a:gd name="connsiteY4-38" fmla="*/ 0 h 1066800"/>
              <a:gd name="connsiteX5-39" fmla="*/ 1464783 w 3046530"/>
              <a:gd name="connsiteY5-40" fmla="*/ 666750 h 1066800"/>
              <a:gd name="connsiteX6-41" fmla="*/ 1560033 w 3046530"/>
              <a:gd name="connsiteY6-42" fmla="*/ 419100 h 1066800"/>
              <a:gd name="connsiteX7-43" fmla="*/ 1655283 w 3046530"/>
              <a:gd name="connsiteY7-44" fmla="*/ 723900 h 1066800"/>
              <a:gd name="connsiteX8-45" fmla="*/ 1902933 w 3046530"/>
              <a:gd name="connsiteY8-46" fmla="*/ 685800 h 1066800"/>
              <a:gd name="connsiteX9-47" fmla="*/ 1902933 w 3046530"/>
              <a:gd name="connsiteY9-48" fmla="*/ 171450 h 1066800"/>
              <a:gd name="connsiteX10-49" fmla="*/ 1998183 w 3046530"/>
              <a:gd name="connsiteY10-50" fmla="*/ 819150 h 1066800"/>
              <a:gd name="connsiteX11-51" fmla="*/ 2112483 w 3046530"/>
              <a:gd name="connsiteY11-52" fmla="*/ 495300 h 1066800"/>
              <a:gd name="connsiteX12-53" fmla="*/ 2169633 w 3046530"/>
              <a:gd name="connsiteY12-54" fmla="*/ 723900 h 1066800"/>
              <a:gd name="connsiteX13-55" fmla="*/ 3046530 w 3046530"/>
              <a:gd name="connsiteY13-56" fmla="*/ 727750 h 1066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046530" h="1066800">
                <a:moveTo>
                  <a:pt x="0" y="692412"/>
                </a:moveTo>
                <a:lnTo>
                  <a:pt x="1217133" y="685800"/>
                </a:lnTo>
                <a:lnTo>
                  <a:pt x="1274283" y="533400"/>
                </a:lnTo>
                <a:lnTo>
                  <a:pt x="1312383" y="1066800"/>
                </a:lnTo>
                <a:lnTo>
                  <a:pt x="1388583" y="0"/>
                </a:lnTo>
                <a:lnTo>
                  <a:pt x="1464783" y="666750"/>
                </a:lnTo>
                <a:lnTo>
                  <a:pt x="1560033" y="419100"/>
                </a:lnTo>
                <a:lnTo>
                  <a:pt x="1655283" y="723900"/>
                </a:lnTo>
                <a:lnTo>
                  <a:pt x="1902933" y="685800"/>
                </a:lnTo>
                <a:lnTo>
                  <a:pt x="1902933" y="171450"/>
                </a:lnTo>
                <a:lnTo>
                  <a:pt x="1998183" y="819150"/>
                </a:lnTo>
                <a:lnTo>
                  <a:pt x="2112483" y="495300"/>
                </a:lnTo>
                <a:lnTo>
                  <a:pt x="2169633" y="723900"/>
                </a:lnTo>
                <a:lnTo>
                  <a:pt x="3046530" y="727750"/>
                </a:lnTo>
              </a:path>
            </a:pathLst>
          </a:custGeom>
          <a:noFill/>
          <a:ln w="12700" cap="flat" cmpd="sng" algn="ctr">
            <a:gradFill>
              <a:gsLst>
                <a:gs pos="59000">
                  <a:srgbClr val="4874CB">
                    <a:lumMod val="60000"/>
                    <a:lumOff val="40000"/>
                  </a:srgbClr>
                </a:gs>
                <a:gs pos="0">
                  <a:srgbClr val="01184A"/>
                </a:gs>
                <a:gs pos="95000">
                  <a:srgbClr val="4874CB">
                    <a:lumMod val="50000"/>
                  </a:srgbClr>
                </a:gs>
              </a:gsLst>
              <a:lin ang="10800000" scaled="0"/>
            </a:gra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19403" y="188640"/>
            <a:ext cx="11041227" cy="544737"/>
          </a:xfrm>
          <a:prstGeom prst="rect">
            <a:avLst/>
          </a:prstGeom>
        </p:spPr>
        <p:txBody>
          <a:bodyPr anchor="ctr" anchorCtr="0"/>
          <a:lstStyle>
            <a:lvl1pPr algn="l">
              <a:defRPr sz="2800" b="1" baseline="0">
                <a:solidFill>
                  <a:srgbClr val="0070C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371" y="980728"/>
            <a:ext cx="11329259" cy="5256584"/>
          </a:xfrm>
          <a:prstGeom prst="rect">
            <a:avLst/>
          </a:prstGeom>
        </p:spPr>
        <p:txBody>
          <a:bodyPr/>
          <a:lstStyle>
            <a:lvl1pPr>
              <a:buNone/>
              <a:defRPr sz="20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3 1 (1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292965" cy="6858635"/>
          </a:xfrm>
          <a:prstGeom prst="rect">
            <a:avLst/>
          </a:prstGeom>
        </p:spPr>
      </p:pic>
      <p:sp>
        <p:nvSpPr>
          <p:cNvPr id="2" name="平行四边形 1"/>
          <p:cNvSpPr/>
          <p:nvPr userDrawn="1">
            <p:custDataLst>
              <p:tags r:id="rId5"/>
            </p:custDataLst>
          </p:nvPr>
        </p:nvSpPr>
        <p:spPr>
          <a:xfrm flipV="1">
            <a:off x="8070215" y="6668135"/>
            <a:ext cx="4134485" cy="53975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4874CB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50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105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平行四边形 2"/>
          <p:cNvSpPr/>
          <p:nvPr userDrawn="1">
            <p:custDataLst>
              <p:tags r:id="rId6"/>
            </p:custDataLst>
          </p:nvPr>
        </p:nvSpPr>
        <p:spPr>
          <a:xfrm flipV="1">
            <a:off x="4779645" y="6668135"/>
            <a:ext cx="4566920" cy="53975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4874CB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50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105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 userDrawn="1">
            <p:custDataLst>
              <p:tags r:id="rId7"/>
            </p:custDataLst>
          </p:nvPr>
        </p:nvSpPr>
        <p:spPr>
          <a:xfrm>
            <a:off x="40640" y="6552565"/>
            <a:ext cx="15881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39A6F7"/>
                </a:solidFill>
                <a:latin typeface="微软雅黑" panose="020B0503020204020204" charset="-122"/>
                <a:ea typeface="微软雅黑" panose="020B0503020204020204" charset="-122"/>
              </a:rPr>
              <a:t>努力让医药行业更智能</a:t>
            </a:r>
            <a:endParaRPr lang="zh-CN" altLang="en-US" sz="1000">
              <a:solidFill>
                <a:srgbClr val="39A6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LOGO-白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9380" y="6329045"/>
            <a:ext cx="854710" cy="236220"/>
          </a:xfrm>
          <a:prstGeom prst="rect">
            <a:avLst/>
          </a:prstGeom>
        </p:spPr>
      </p:pic>
      <p:sp>
        <p:nvSpPr>
          <p:cNvPr id="7" name="平行四边形 6"/>
          <p:cNvSpPr/>
          <p:nvPr userDrawn="1">
            <p:custDataLst>
              <p:tags r:id="rId10"/>
            </p:custDataLst>
          </p:nvPr>
        </p:nvSpPr>
        <p:spPr>
          <a:xfrm>
            <a:off x="1487805" y="6607810"/>
            <a:ext cx="4319905" cy="114300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4874CB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05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71" name="组合 270"/>
          <p:cNvGrpSpPr/>
          <p:nvPr userDrawn="1"/>
        </p:nvGrpSpPr>
        <p:grpSpPr>
          <a:xfrm>
            <a:off x="11152505" y="-11430"/>
            <a:ext cx="1003300" cy="1003300"/>
            <a:chOff x="415" y="0"/>
            <a:chExt cx="1438" cy="1438"/>
          </a:xfrm>
        </p:grpSpPr>
        <p:sp>
          <p:nvSpPr>
            <p:cNvPr id="260" name="椭圆 259"/>
            <p:cNvSpPr/>
            <p:nvPr>
              <p:custDataLst>
                <p:tags r:id="rId11"/>
              </p:custDataLst>
            </p:nvPr>
          </p:nvSpPr>
          <p:spPr>
            <a:xfrm>
              <a:off x="536" y="121"/>
              <a:ext cx="1195" cy="1195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0">
                    <a:srgbClr val="4874CB"/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61" name="椭圆 260"/>
            <p:cNvSpPr/>
            <p:nvPr>
              <p:custDataLst>
                <p:tags r:id="rId12"/>
              </p:custDataLst>
            </p:nvPr>
          </p:nvSpPr>
          <p:spPr>
            <a:xfrm>
              <a:off x="496" y="81"/>
              <a:ext cx="1276" cy="1276"/>
            </a:xfrm>
            <a:prstGeom prst="ellipse">
              <a:avLst/>
            </a:prstGeom>
            <a:noFill/>
            <a:ln w="6350" cap="flat" cmpd="sng" algn="ctr">
              <a:gradFill>
                <a:gsLst>
                  <a:gs pos="0">
                    <a:srgbClr val="4874CB">
                      <a:alpha val="80000"/>
                    </a:srgbClr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62" name="椭圆 261"/>
            <p:cNvSpPr/>
            <p:nvPr>
              <p:custDataLst>
                <p:tags r:id="rId13"/>
              </p:custDataLst>
            </p:nvPr>
          </p:nvSpPr>
          <p:spPr>
            <a:xfrm>
              <a:off x="455" y="41"/>
              <a:ext cx="1357" cy="1357"/>
            </a:xfrm>
            <a:prstGeom prst="ellipse">
              <a:avLst/>
            </a:prstGeom>
            <a:noFill/>
            <a:ln w="3175" cap="flat" cmpd="sng" algn="ctr">
              <a:gradFill>
                <a:gsLst>
                  <a:gs pos="0">
                    <a:srgbClr val="4874CB">
                      <a:alpha val="60000"/>
                    </a:srgbClr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63" name="椭圆 262"/>
            <p:cNvSpPr/>
            <p:nvPr>
              <p:custDataLst>
                <p:tags r:id="rId14"/>
              </p:custDataLst>
            </p:nvPr>
          </p:nvSpPr>
          <p:spPr>
            <a:xfrm>
              <a:off x="415" y="0"/>
              <a:ext cx="1438" cy="1438"/>
            </a:xfrm>
            <a:prstGeom prst="ellipse">
              <a:avLst/>
            </a:prstGeom>
            <a:noFill/>
            <a:ln w="3175" cap="flat" cmpd="sng" algn="ctr">
              <a:gradFill>
                <a:gsLst>
                  <a:gs pos="0">
                    <a:srgbClr val="4874CB">
                      <a:alpha val="40000"/>
                    </a:srgbClr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69" name="平行四边形 368"/>
          <p:cNvSpPr/>
          <p:nvPr userDrawn="1">
            <p:custDataLst>
              <p:tags r:id="rId15"/>
            </p:custDataLst>
          </p:nvPr>
        </p:nvSpPr>
        <p:spPr>
          <a:xfrm flipV="1">
            <a:off x="6313170" y="614045"/>
            <a:ext cx="5892165" cy="92075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4874CB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05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72" name="任意多边形: 形状 14"/>
          <p:cNvSpPr/>
          <p:nvPr userDrawn="1">
            <p:custDataLst>
              <p:tags r:id="rId16"/>
            </p:custDataLst>
          </p:nvPr>
        </p:nvSpPr>
        <p:spPr>
          <a:xfrm>
            <a:off x="11136630" y="106680"/>
            <a:ext cx="1003300" cy="522605"/>
          </a:xfrm>
          <a:custGeom>
            <a:avLst/>
            <a:gdLst>
              <a:gd name="connsiteX0" fmla="*/ 0 w 2247900"/>
              <a:gd name="connsiteY0" fmla="*/ 723900 h 1066800"/>
              <a:gd name="connsiteX1" fmla="*/ 762000 w 2247900"/>
              <a:gd name="connsiteY1" fmla="*/ 685800 h 1066800"/>
              <a:gd name="connsiteX2" fmla="*/ 819150 w 2247900"/>
              <a:gd name="connsiteY2" fmla="*/ 533400 h 1066800"/>
              <a:gd name="connsiteX3" fmla="*/ 857250 w 2247900"/>
              <a:gd name="connsiteY3" fmla="*/ 1066800 h 1066800"/>
              <a:gd name="connsiteX4" fmla="*/ 933450 w 2247900"/>
              <a:gd name="connsiteY4" fmla="*/ 0 h 1066800"/>
              <a:gd name="connsiteX5" fmla="*/ 1009650 w 2247900"/>
              <a:gd name="connsiteY5" fmla="*/ 666750 h 1066800"/>
              <a:gd name="connsiteX6" fmla="*/ 1104900 w 2247900"/>
              <a:gd name="connsiteY6" fmla="*/ 419100 h 1066800"/>
              <a:gd name="connsiteX7" fmla="*/ 1200150 w 2247900"/>
              <a:gd name="connsiteY7" fmla="*/ 723900 h 1066800"/>
              <a:gd name="connsiteX8" fmla="*/ 1447800 w 2247900"/>
              <a:gd name="connsiteY8" fmla="*/ 685800 h 1066800"/>
              <a:gd name="connsiteX9" fmla="*/ 1447800 w 2247900"/>
              <a:gd name="connsiteY9" fmla="*/ 171450 h 1066800"/>
              <a:gd name="connsiteX10" fmla="*/ 1543050 w 2247900"/>
              <a:gd name="connsiteY10" fmla="*/ 819150 h 1066800"/>
              <a:gd name="connsiteX11" fmla="*/ 1657350 w 2247900"/>
              <a:gd name="connsiteY11" fmla="*/ 495300 h 1066800"/>
              <a:gd name="connsiteX12" fmla="*/ 1714500 w 2247900"/>
              <a:gd name="connsiteY12" fmla="*/ 723900 h 1066800"/>
              <a:gd name="connsiteX13" fmla="*/ 2247900 w 2247900"/>
              <a:gd name="connsiteY13" fmla="*/ 704850 h 1066800"/>
              <a:gd name="connsiteX0-1" fmla="*/ 0 w 2591397"/>
              <a:gd name="connsiteY0-2" fmla="*/ 723900 h 1066800"/>
              <a:gd name="connsiteX1-3" fmla="*/ 762000 w 2591397"/>
              <a:gd name="connsiteY1-4" fmla="*/ 685800 h 1066800"/>
              <a:gd name="connsiteX2-5" fmla="*/ 819150 w 2591397"/>
              <a:gd name="connsiteY2-6" fmla="*/ 533400 h 1066800"/>
              <a:gd name="connsiteX3-7" fmla="*/ 857250 w 2591397"/>
              <a:gd name="connsiteY3-8" fmla="*/ 1066800 h 1066800"/>
              <a:gd name="connsiteX4-9" fmla="*/ 933450 w 2591397"/>
              <a:gd name="connsiteY4-10" fmla="*/ 0 h 1066800"/>
              <a:gd name="connsiteX5-11" fmla="*/ 1009650 w 2591397"/>
              <a:gd name="connsiteY5-12" fmla="*/ 666750 h 1066800"/>
              <a:gd name="connsiteX6-13" fmla="*/ 1104900 w 2591397"/>
              <a:gd name="connsiteY6-14" fmla="*/ 419100 h 1066800"/>
              <a:gd name="connsiteX7-15" fmla="*/ 1200150 w 2591397"/>
              <a:gd name="connsiteY7-16" fmla="*/ 723900 h 1066800"/>
              <a:gd name="connsiteX8-17" fmla="*/ 1447800 w 2591397"/>
              <a:gd name="connsiteY8-18" fmla="*/ 685800 h 1066800"/>
              <a:gd name="connsiteX9-19" fmla="*/ 1447800 w 2591397"/>
              <a:gd name="connsiteY9-20" fmla="*/ 171450 h 1066800"/>
              <a:gd name="connsiteX10-21" fmla="*/ 1543050 w 2591397"/>
              <a:gd name="connsiteY10-22" fmla="*/ 819150 h 1066800"/>
              <a:gd name="connsiteX11-23" fmla="*/ 1657350 w 2591397"/>
              <a:gd name="connsiteY11-24" fmla="*/ 495300 h 1066800"/>
              <a:gd name="connsiteX12-25" fmla="*/ 1714500 w 2591397"/>
              <a:gd name="connsiteY12-26" fmla="*/ 723900 h 1066800"/>
              <a:gd name="connsiteX13-27" fmla="*/ 2591397 w 2591397"/>
              <a:gd name="connsiteY13-28" fmla="*/ 727750 h 1066800"/>
              <a:gd name="connsiteX0-29" fmla="*/ 0 w 3046530"/>
              <a:gd name="connsiteY0-30" fmla="*/ 692412 h 1066800"/>
              <a:gd name="connsiteX1-31" fmla="*/ 1217133 w 3046530"/>
              <a:gd name="connsiteY1-32" fmla="*/ 685800 h 1066800"/>
              <a:gd name="connsiteX2-33" fmla="*/ 1274283 w 3046530"/>
              <a:gd name="connsiteY2-34" fmla="*/ 533400 h 1066800"/>
              <a:gd name="connsiteX3-35" fmla="*/ 1312383 w 3046530"/>
              <a:gd name="connsiteY3-36" fmla="*/ 1066800 h 1066800"/>
              <a:gd name="connsiteX4-37" fmla="*/ 1388583 w 3046530"/>
              <a:gd name="connsiteY4-38" fmla="*/ 0 h 1066800"/>
              <a:gd name="connsiteX5-39" fmla="*/ 1464783 w 3046530"/>
              <a:gd name="connsiteY5-40" fmla="*/ 666750 h 1066800"/>
              <a:gd name="connsiteX6-41" fmla="*/ 1560033 w 3046530"/>
              <a:gd name="connsiteY6-42" fmla="*/ 419100 h 1066800"/>
              <a:gd name="connsiteX7-43" fmla="*/ 1655283 w 3046530"/>
              <a:gd name="connsiteY7-44" fmla="*/ 723900 h 1066800"/>
              <a:gd name="connsiteX8-45" fmla="*/ 1902933 w 3046530"/>
              <a:gd name="connsiteY8-46" fmla="*/ 685800 h 1066800"/>
              <a:gd name="connsiteX9-47" fmla="*/ 1902933 w 3046530"/>
              <a:gd name="connsiteY9-48" fmla="*/ 171450 h 1066800"/>
              <a:gd name="connsiteX10-49" fmla="*/ 1998183 w 3046530"/>
              <a:gd name="connsiteY10-50" fmla="*/ 819150 h 1066800"/>
              <a:gd name="connsiteX11-51" fmla="*/ 2112483 w 3046530"/>
              <a:gd name="connsiteY11-52" fmla="*/ 495300 h 1066800"/>
              <a:gd name="connsiteX12-53" fmla="*/ 2169633 w 3046530"/>
              <a:gd name="connsiteY12-54" fmla="*/ 723900 h 1066800"/>
              <a:gd name="connsiteX13-55" fmla="*/ 3046530 w 3046530"/>
              <a:gd name="connsiteY13-56" fmla="*/ 727750 h 1066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046530" h="1066800">
                <a:moveTo>
                  <a:pt x="0" y="692412"/>
                </a:moveTo>
                <a:lnTo>
                  <a:pt x="1217133" y="685800"/>
                </a:lnTo>
                <a:lnTo>
                  <a:pt x="1274283" y="533400"/>
                </a:lnTo>
                <a:lnTo>
                  <a:pt x="1312383" y="1066800"/>
                </a:lnTo>
                <a:lnTo>
                  <a:pt x="1388583" y="0"/>
                </a:lnTo>
                <a:lnTo>
                  <a:pt x="1464783" y="666750"/>
                </a:lnTo>
                <a:lnTo>
                  <a:pt x="1560033" y="419100"/>
                </a:lnTo>
                <a:lnTo>
                  <a:pt x="1655283" y="723900"/>
                </a:lnTo>
                <a:lnTo>
                  <a:pt x="1902933" y="685800"/>
                </a:lnTo>
                <a:lnTo>
                  <a:pt x="1902933" y="171450"/>
                </a:lnTo>
                <a:lnTo>
                  <a:pt x="1998183" y="819150"/>
                </a:lnTo>
                <a:lnTo>
                  <a:pt x="2112483" y="495300"/>
                </a:lnTo>
                <a:lnTo>
                  <a:pt x="2169633" y="723900"/>
                </a:lnTo>
                <a:lnTo>
                  <a:pt x="3046530" y="727750"/>
                </a:lnTo>
              </a:path>
            </a:pathLst>
          </a:custGeom>
          <a:noFill/>
          <a:ln w="12700" cap="flat" cmpd="sng" algn="ctr">
            <a:gradFill>
              <a:gsLst>
                <a:gs pos="59000">
                  <a:srgbClr val="4874CB">
                    <a:lumMod val="60000"/>
                    <a:lumOff val="40000"/>
                  </a:srgbClr>
                </a:gs>
                <a:gs pos="0">
                  <a:srgbClr val="01184A"/>
                </a:gs>
                <a:gs pos="95000">
                  <a:srgbClr val="4874CB">
                    <a:lumMod val="50000"/>
                  </a:srgbClr>
                </a:gs>
              </a:gsLst>
              <a:lin ang="10800000" scaled="0"/>
            </a:gra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微软雅黑" panose="020B0503020204020204" charset="-122"/>
          <a:ea typeface="+mj-ea"/>
          <a:cs typeface="DFLiSongHK-W5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FLiSongHK-W5" pitchFamily="18" charset="-120"/>
          <a:cs typeface="DFLiSongHK-W5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FLiSongHK-W5" pitchFamily="18" charset="-120"/>
          <a:cs typeface="DFLiSongHK-W5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FLiSongHK-W5" pitchFamily="18" charset="-120"/>
          <a:cs typeface="DFLiSongHK-W5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FLiSongHK-W5" pitchFamily="18" charset="-120"/>
          <a:cs typeface="DFLiSongHK-W5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anose="02020500000000000000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anose="02020500000000000000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anose="02020500000000000000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anose="02020500000000000000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微软雅黑" panose="020B0503020204020204" charset="-122"/>
          <a:ea typeface="+mj-ea"/>
          <a:cs typeface="DFLiSongHK-W5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FLiSongHK-W5" pitchFamily="18" charset="-120"/>
          <a:cs typeface="DFLiSongHK-W5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FLiSongHK-W5" pitchFamily="18" charset="-120"/>
          <a:cs typeface="DFLiSongHK-W5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FLiSongHK-W5" pitchFamily="18" charset="-120"/>
          <a:cs typeface="DFLiSongHK-W5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FLiSongHK-W5" pitchFamily="18" charset="-120"/>
          <a:cs typeface="DFLiSongHK-W5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anose="02020500000000000000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anose="02020500000000000000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anose="02020500000000000000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anose="02020500000000000000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charset="-122"/>
          <a:ea typeface="+mn-ea"/>
          <a:cs typeface="DFLiSongHK-W5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5.tiff"/><Relationship Id="rId2" Type="http://schemas.openxmlformats.org/officeDocument/2006/relationships/tags" Target="../tags/tag18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126.xml"/><Relationship Id="rId98" Type="http://schemas.openxmlformats.org/officeDocument/2006/relationships/tags" Target="../tags/tag125.xml"/><Relationship Id="rId97" Type="http://schemas.openxmlformats.org/officeDocument/2006/relationships/tags" Target="../tags/tag124.xml"/><Relationship Id="rId96" Type="http://schemas.openxmlformats.org/officeDocument/2006/relationships/tags" Target="../tags/tag123.xml"/><Relationship Id="rId95" Type="http://schemas.openxmlformats.org/officeDocument/2006/relationships/tags" Target="../tags/tag122.xml"/><Relationship Id="rId94" Type="http://schemas.openxmlformats.org/officeDocument/2006/relationships/tags" Target="../tags/tag121.xml"/><Relationship Id="rId93" Type="http://schemas.openxmlformats.org/officeDocument/2006/relationships/tags" Target="../tags/tag120.xml"/><Relationship Id="rId92" Type="http://schemas.openxmlformats.org/officeDocument/2006/relationships/tags" Target="../tags/tag119.xml"/><Relationship Id="rId91" Type="http://schemas.openxmlformats.org/officeDocument/2006/relationships/tags" Target="../tags/tag118.xml"/><Relationship Id="rId90" Type="http://schemas.openxmlformats.org/officeDocument/2006/relationships/tags" Target="../tags/tag117.xml"/><Relationship Id="rId9" Type="http://schemas.openxmlformats.org/officeDocument/2006/relationships/tags" Target="../tags/tag37.xml"/><Relationship Id="rId89" Type="http://schemas.openxmlformats.org/officeDocument/2006/relationships/tags" Target="../tags/tag116.xml"/><Relationship Id="rId88" Type="http://schemas.openxmlformats.org/officeDocument/2006/relationships/tags" Target="../tags/tag115.xml"/><Relationship Id="rId87" Type="http://schemas.openxmlformats.org/officeDocument/2006/relationships/tags" Target="../tags/tag114.xml"/><Relationship Id="rId86" Type="http://schemas.openxmlformats.org/officeDocument/2006/relationships/tags" Target="../tags/tag113.xml"/><Relationship Id="rId85" Type="http://schemas.openxmlformats.org/officeDocument/2006/relationships/tags" Target="../tags/tag112.xml"/><Relationship Id="rId84" Type="http://schemas.openxmlformats.org/officeDocument/2006/relationships/tags" Target="../tags/tag111.xml"/><Relationship Id="rId83" Type="http://schemas.openxmlformats.org/officeDocument/2006/relationships/tags" Target="../tags/tag110.xml"/><Relationship Id="rId82" Type="http://schemas.openxmlformats.org/officeDocument/2006/relationships/tags" Target="../tags/tag109.xml"/><Relationship Id="rId81" Type="http://schemas.openxmlformats.org/officeDocument/2006/relationships/tags" Target="../tags/tag108.xml"/><Relationship Id="rId80" Type="http://schemas.openxmlformats.org/officeDocument/2006/relationships/tags" Target="../tags/tag107.xml"/><Relationship Id="rId8" Type="http://schemas.openxmlformats.org/officeDocument/2006/relationships/tags" Target="../tags/tag36.xml"/><Relationship Id="rId79" Type="http://schemas.openxmlformats.org/officeDocument/2006/relationships/tags" Target="../tags/tag106.xml"/><Relationship Id="rId78" Type="http://schemas.openxmlformats.org/officeDocument/2006/relationships/tags" Target="../tags/tag105.xml"/><Relationship Id="rId77" Type="http://schemas.openxmlformats.org/officeDocument/2006/relationships/tags" Target="../tags/tag104.xml"/><Relationship Id="rId76" Type="http://schemas.openxmlformats.org/officeDocument/2006/relationships/tags" Target="../tags/tag103.xml"/><Relationship Id="rId75" Type="http://schemas.openxmlformats.org/officeDocument/2006/relationships/tags" Target="../tags/tag102.xml"/><Relationship Id="rId74" Type="http://schemas.openxmlformats.org/officeDocument/2006/relationships/tags" Target="../tags/tag101.xml"/><Relationship Id="rId73" Type="http://schemas.openxmlformats.org/officeDocument/2006/relationships/tags" Target="../tags/tag100.xml"/><Relationship Id="rId72" Type="http://schemas.openxmlformats.org/officeDocument/2006/relationships/tags" Target="../tags/tag99.xml"/><Relationship Id="rId71" Type="http://schemas.openxmlformats.org/officeDocument/2006/relationships/tags" Target="../tags/tag98.xml"/><Relationship Id="rId70" Type="http://schemas.openxmlformats.org/officeDocument/2006/relationships/tags" Target="../tags/tag97.xml"/><Relationship Id="rId7" Type="http://schemas.openxmlformats.org/officeDocument/2006/relationships/tags" Target="../tags/tag35.xml"/><Relationship Id="rId69" Type="http://schemas.openxmlformats.org/officeDocument/2006/relationships/tags" Target="../tags/tag96.xml"/><Relationship Id="rId68" Type="http://schemas.openxmlformats.org/officeDocument/2006/relationships/tags" Target="../tags/tag95.xml"/><Relationship Id="rId67" Type="http://schemas.openxmlformats.org/officeDocument/2006/relationships/tags" Target="../tags/tag94.xml"/><Relationship Id="rId66" Type="http://schemas.openxmlformats.org/officeDocument/2006/relationships/tags" Target="../tags/tag93.xml"/><Relationship Id="rId65" Type="http://schemas.openxmlformats.org/officeDocument/2006/relationships/tags" Target="../tags/tag92.xml"/><Relationship Id="rId64" Type="http://schemas.openxmlformats.org/officeDocument/2006/relationships/tags" Target="../tags/tag91.xml"/><Relationship Id="rId63" Type="http://schemas.openxmlformats.org/officeDocument/2006/relationships/tags" Target="../tags/tag90.xml"/><Relationship Id="rId62" Type="http://schemas.openxmlformats.org/officeDocument/2006/relationships/tags" Target="../tags/tag89.xml"/><Relationship Id="rId61" Type="http://schemas.openxmlformats.org/officeDocument/2006/relationships/tags" Target="../tags/tag88.xml"/><Relationship Id="rId60" Type="http://schemas.openxmlformats.org/officeDocument/2006/relationships/tags" Target="../tags/tag87.xml"/><Relationship Id="rId6" Type="http://schemas.openxmlformats.org/officeDocument/2006/relationships/tags" Target="../tags/tag34.xml"/><Relationship Id="rId59" Type="http://schemas.openxmlformats.org/officeDocument/2006/relationships/tags" Target="../tags/tag86.xml"/><Relationship Id="rId58" Type="http://schemas.openxmlformats.org/officeDocument/2006/relationships/tags" Target="../tags/tag85.xml"/><Relationship Id="rId57" Type="http://schemas.openxmlformats.org/officeDocument/2006/relationships/tags" Target="../tags/tag84.xml"/><Relationship Id="rId56" Type="http://schemas.openxmlformats.org/officeDocument/2006/relationships/tags" Target="../tags/tag83.xml"/><Relationship Id="rId55" Type="http://schemas.openxmlformats.org/officeDocument/2006/relationships/tags" Target="../tags/tag82.xml"/><Relationship Id="rId54" Type="http://schemas.openxmlformats.org/officeDocument/2006/relationships/tags" Target="../tags/tag81.xml"/><Relationship Id="rId53" Type="http://schemas.openxmlformats.org/officeDocument/2006/relationships/tags" Target="../tags/tag80.xml"/><Relationship Id="rId52" Type="http://schemas.openxmlformats.org/officeDocument/2006/relationships/tags" Target="../tags/tag79.xml"/><Relationship Id="rId51" Type="http://schemas.openxmlformats.org/officeDocument/2006/relationships/tags" Target="../tags/tag78.xml"/><Relationship Id="rId50" Type="http://schemas.openxmlformats.org/officeDocument/2006/relationships/tags" Target="../tags/tag77.xml"/><Relationship Id="rId5" Type="http://schemas.openxmlformats.org/officeDocument/2006/relationships/image" Target="../media/image5.tiff"/><Relationship Id="rId49" Type="http://schemas.openxmlformats.org/officeDocument/2006/relationships/tags" Target="../tags/tag76.xml"/><Relationship Id="rId48" Type="http://schemas.openxmlformats.org/officeDocument/2006/relationships/tags" Target="../tags/tag75.xml"/><Relationship Id="rId47" Type="http://schemas.openxmlformats.org/officeDocument/2006/relationships/tags" Target="../tags/tag74.xml"/><Relationship Id="rId46" Type="http://schemas.openxmlformats.org/officeDocument/2006/relationships/tags" Target="../tags/tag73.xml"/><Relationship Id="rId45" Type="http://schemas.openxmlformats.org/officeDocument/2006/relationships/tags" Target="../tags/tag72.xml"/><Relationship Id="rId44" Type="http://schemas.openxmlformats.org/officeDocument/2006/relationships/tags" Target="../tags/tag71.xml"/><Relationship Id="rId43" Type="http://schemas.openxmlformats.org/officeDocument/2006/relationships/tags" Target="../tags/tag70.xml"/><Relationship Id="rId42" Type="http://schemas.openxmlformats.org/officeDocument/2006/relationships/tags" Target="../tags/tag69.xml"/><Relationship Id="rId41" Type="http://schemas.openxmlformats.org/officeDocument/2006/relationships/tags" Target="../tags/tag68.xml"/><Relationship Id="rId40" Type="http://schemas.openxmlformats.org/officeDocument/2006/relationships/tags" Target="../tags/tag67.xml"/><Relationship Id="rId4" Type="http://schemas.openxmlformats.org/officeDocument/2006/relationships/tags" Target="../tags/tag33.xml"/><Relationship Id="rId39" Type="http://schemas.openxmlformats.org/officeDocument/2006/relationships/tags" Target="../tags/tag66.xml"/><Relationship Id="rId38" Type="http://schemas.openxmlformats.org/officeDocument/2006/relationships/tags" Target="../tags/tag65.xml"/><Relationship Id="rId37" Type="http://schemas.openxmlformats.org/officeDocument/2006/relationships/tags" Target="../tags/tag64.xml"/><Relationship Id="rId36" Type="http://schemas.openxmlformats.org/officeDocument/2006/relationships/image" Target="../media/image8.png"/><Relationship Id="rId35" Type="http://schemas.openxmlformats.org/officeDocument/2006/relationships/tags" Target="../tags/tag63.xml"/><Relationship Id="rId34" Type="http://schemas.openxmlformats.org/officeDocument/2006/relationships/tags" Target="../tags/tag62.xml"/><Relationship Id="rId33" Type="http://schemas.openxmlformats.org/officeDocument/2006/relationships/tags" Target="../tags/tag61.xml"/><Relationship Id="rId32" Type="http://schemas.openxmlformats.org/officeDocument/2006/relationships/tags" Target="../tags/tag60.xml"/><Relationship Id="rId31" Type="http://schemas.openxmlformats.org/officeDocument/2006/relationships/tags" Target="../tags/tag59.xml"/><Relationship Id="rId30" Type="http://schemas.openxmlformats.org/officeDocument/2006/relationships/tags" Target="../tags/tag58.xml"/><Relationship Id="rId3" Type="http://schemas.openxmlformats.org/officeDocument/2006/relationships/tags" Target="../tags/tag32.xml"/><Relationship Id="rId29" Type="http://schemas.openxmlformats.org/officeDocument/2006/relationships/tags" Target="../tags/tag57.xml"/><Relationship Id="rId28" Type="http://schemas.openxmlformats.org/officeDocument/2006/relationships/tags" Target="../tags/tag56.xml"/><Relationship Id="rId27" Type="http://schemas.openxmlformats.org/officeDocument/2006/relationships/tags" Target="../tags/tag55.xml"/><Relationship Id="rId26" Type="http://schemas.openxmlformats.org/officeDocument/2006/relationships/tags" Target="../tags/tag54.xml"/><Relationship Id="rId25" Type="http://schemas.openxmlformats.org/officeDocument/2006/relationships/tags" Target="../tags/tag53.xml"/><Relationship Id="rId24" Type="http://schemas.openxmlformats.org/officeDocument/2006/relationships/tags" Target="../tags/tag52.xml"/><Relationship Id="rId23" Type="http://schemas.openxmlformats.org/officeDocument/2006/relationships/tags" Target="../tags/tag51.xml"/><Relationship Id="rId22" Type="http://schemas.openxmlformats.org/officeDocument/2006/relationships/tags" Target="../tags/tag50.xml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image" Target="../media/image7.png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2" Type="http://schemas.openxmlformats.org/officeDocument/2006/relationships/slideLayout" Target="../slideLayouts/slideLayout1.xml"/><Relationship Id="rId101" Type="http://schemas.openxmlformats.org/officeDocument/2006/relationships/tags" Target="../tags/tag128.xml"/><Relationship Id="rId100" Type="http://schemas.openxmlformats.org/officeDocument/2006/relationships/tags" Target="../tags/tag127.xml"/><Relationship Id="rId10" Type="http://schemas.openxmlformats.org/officeDocument/2006/relationships/tags" Target="../tags/tag38.xml"/><Relationship Id="rId1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6" Type="http://schemas.microsoft.com/office/2007/relationships/media" Target="../media/media1.mp4"/><Relationship Id="rId5" Type="http://schemas.openxmlformats.org/officeDocument/2006/relationships/video" Target="../media/media1.mp4"/><Relationship Id="rId4" Type="http://schemas.openxmlformats.org/officeDocument/2006/relationships/image" Target="../media/image9.png"/><Relationship Id="rId3" Type="http://schemas.openxmlformats.org/officeDocument/2006/relationships/tags" Target="../tags/tag130.xml"/><Relationship Id="rId2" Type="http://schemas.openxmlformats.org/officeDocument/2006/relationships/image" Target="../media/image6.png"/><Relationship Id="rId1" Type="http://schemas.openxmlformats.org/officeDocument/2006/relationships/tags" Target="../tags/tag12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microsoft.com/office/2007/relationships/media" Target="../media/media1.mp4"/><Relationship Id="rId6" Type="http://schemas.openxmlformats.org/officeDocument/2006/relationships/video" Target="../media/media1.mp4"/><Relationship Id="rId5" Type="http://schemas.openxmlformats.org/officeDocument/2006/relationships/image" Target="../media/image9.png"/><Relationship Id="rId4" Type="http://schemas.openxmlformats.org/officeDocument/2006/relationships/tags" Target="../tags/tag133.xml"/><Relationship Id="rId3" Type="http://schemas.openxmlformats.org/officeDocument/2006/relationships/image" Target="../media/image6.pn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microsoft.com/office/2007/relationships/media" Target="../media/media1.mp4"/><Relationship Id="rId6" Type="http://schemas.openxmlformats.org/officeDocument/2006/relationships/video" Target="../media/media1.mp4"/><Relationship Id="rId5" Type="http://schemas.openxmlformats.org/officeDocument/2006/relationships/image" Target="../media/image9.png"/><Relationship Id="rId4" Type="http://schemas.openxmlformats.org/officeDocument/2006/relationships/tags" Target="../tags/tag136.xml"/><Relationship Id="rId3" Type="http://schemas.openxmlformats.org/officeDocument/2006/relationships/image" Target="../media/image6.pn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microsoft.com/office/2007/relationships/media" Target="../media/media1.mp4"/><Relationship Id="rId6" Type="http://schemas.openxmlformats.org/officeDocument/2006/relationships/video" Target="../media/media1.mp4"/><Relationship Id="rId5" Type="http://schemas.openxmlformats.org/officeDocument/2006/relationships/image" Target="../media/image9.png"/><Relationship Id="rId4" Type="http://schemas.openxmlformats.org/officeDocument/2006/relationships/tags" Target="../tags/tag139.xml"/><Relationship Id="rId3" Type="http://schemas.openxmlformats.org/officeDocument/2006/relationships/image" Target="../media/image6.pn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microsoft.com/office/2007/relationships/media" Target="../media/media1.mp4"/><Relationship Id="rId6" Type="http://schemas.openxmlformats.org/officeDocument/2006/relationships/video" Target="../media/media1.mp4"/><Relationship Id="rId5" Type="http://schemas.openxmlformats.org/officeDocument/2006/relationships/image" Target="../media/image9.png"/><Relationship Id="rId4" Type="http://schemas.openxmlformats.org/officeDocument/2006/relationships/tags" Target="../tags/tag142.xml"/><Relationship Id="rId3" Type="http://schemas.openxmlformats.org/officeDocument/2006/relationships/image" Target="../media/image6.pn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microsoft.com/office/2007/relationships/media" Target="../media/media1.mp4"/><Relationship Id="rId6" Type="http://schemas.openxmlformats.org/officeDocument/2006/relationships/video" Target="../media/media1.mp4"/><Relationship Id="rId5" Type="http://schemas.openxmlformats.org/officeDocument/2006/relationships/image" Target="../media/image9.png"/><Relationship Id="rId4" Type="http://schemas.openxmlformats.org/officeDocument/2006/relationships/tags" Target="../tags/tag145.xml"/><Relationship Id="rId3" Type="http://schemas.openxmlformats.org/officeDocument/2006/relationships/image" Target="../media/image6.png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tags" Target="../tags/tag148.xml"/><Relationship Id="rId3" Type="http://schemas.openxmlformats.org/officeDocument/2006/relationships/image" Target="../media/image6.png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tags" Target="../tags/tag151.xml"/><Relationship Id="rId3" Type="http://schemas.openxmlformats.org/officeDocument/2006/relationships/image" Target="../media/image6.png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microsoft.com/office/2007/relationships/media" Target="../media/media1.mp4"/><Relationship Id="rId7" Type="http://schemas.openxmlformats.org/officeDocument/2006/relationships/video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tags" Target="../tags/tag154.xml"/><Relationship Id="rId3" Type="http://schemas.openxmlformats.org/officeDocument/2006/relationships/image" Target="../media/image6.png"/><Relationship Id="rId2" Type="http://schemas.openxmlformats.org/officeDocument/2006/relationships/tags" Target="../tags/tag15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microsoft.com/office/2007/relationships/media" Target="../media/media1.mp4"/><Relationship Id="rId7" Type="http://schemas.openxmlformats.org/officeDocument/2006/relationships/video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tags" Target="../tags/tag157.xml"/><Relationship Id="rId3" Type="http://schemas.openxmlformats.org/officeDocument/2006/relationships/image" Target="../media/image6.png"/><Relationship Id="rId2" Type="http://schemas.openxmlformats.org/officeDocument/2006/relationships/tags" Target="../tags/tag156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microsoft.com/office/2007/relationships/media" Target="../media/media2.mp4"/><Relationship Id="rId7" Type="http://schemas.openxmlformats.org/officeDocument/2006/relationships/video" Target="../media/media2.mp4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tags" Target="../tags/tag160.xml"/><Relationship Id="rId3" Type="http://schemas.openxmlformats.org/officeDocument/2006/relationships/image" Target="../media/image6.png"/><Relationship Id="rId2" Type="http://schemas.openxmlformats.org/officeDocument/2006/relationships/tags" Target="../tags/tag159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0.png"/><Relationship Id="rId13" Type="http://schemas.microsoft.com/office/2007/relationships/media" Target="../media/media1.mp4"/><Relationship Id="rId12" Type="http://schemas.openxmlformats.org/officeDocument/2006/relationships/video" Target="../media/media1.mp4"/><Relationship Id="rId11" Type="http://schemas.openxmlformats.org/officeDocument/2006/relationships/image" Target="../media/image15.png"/><Relationship Id="rId10" Type="http://schemas.openxmlformats.org/officeDocument/2006/relationships/image" Target="../media/image14.jpeg"/><Relationship Id="rId1" Type="http://schemas.openxmlformats.org/officeDocument/2006/relationships/tags" Target="../tags/tag158.xml"/></Relationships>
</file>

<file path=ppt/slides/_rels/slide14.xml.rels><?xml version="1.0" encoding="UTF-8" standalone="yes"?>
<Relationships xmlns="http://schemas.openxmlformats.org/package/2006/relationships"><Relationship Id="rId9" Type="http://schemas.microsoft.com/office/2007/relationships/media" Target="../media/media1.mp4"/><Relationship Id="rId8" Type="http://schemas.openxmlformats.org/officeDocument/2006/relationships/video" Target="../media/media1.mp4"/><Relationship Id="rId7" Type="http://schemas.openxmlformats.org/officeDocument/2006/relationships/image" Target="../media/image11.png"/><Relationship Id="rId6" Type="http://schemas.openxmlformats.org/officeDocument/2006/relationships/image" Target="../media/image16.jpeg"/><Relationship Id="rId5" Type="http://schemas.openxmlformats.org/officeDocument/2006/relationships/image" Target="../media/image9.png"/><Relationship Id="rId4" Type="http://schemas.openxmlformats.org/officeDocument/2006/relationships/tags" Target="../tags/tag163.xml"/><Relationship Id="rId3" Type="http://schemas.openxmlformats.org/officeDocument/2006/relationships/image" Target="../media/image6.png"/><Relationship Id="rId2" Type="http://schemas.openxmlformats.org/officeDocument/2006/relationships/tags" Target="../tags/tag16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.png"/><Relationship Id="rId1" Type="http://schemas.openxmlformats.org/officeDocument/2006/relationships/tags" Target="../tags/tag16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6.jpeg"/><Relationship Id="rId5" Type="http://schemas.openxmlformats.org/officeDocument/2006/relationships/image" Target="../media/image9.png"/><Relationship Id="rId4" Type="http://schemas.openxmlformats.org/officeDocument/2006/relationships/tags" Target="../tags/tag166.xml"/><Relationship Id="rId3" Type="http://schemas.openxmlformats.org/officeDocument/2006/relationships/image" Target="../media/image6.png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tiff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片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85"/>
            <a:ext cx="12192635" cy="68433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screen"/>
          <a:stretch>
            <a:fillRect/>
          </a:stretch>
        </p:blipFill>
        <p:spPr>
          <a:xfrm>
            <a:off x="10034191" y="330135"/>
            <a:ext cx="1918461" cy="53131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119336" y="6380858"/>
            <a:ext cx="4642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智  </a:t>
            </a:r>
            <a:r>
              <a:rPr lang="en-US" altLang="zh-CN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慧  </a:t>
            </a:r>
            <a:r>
              <a:rPr lang="en-US" altLang="zh-CN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运  </a:t>
            </a:r>
            <a:r>
              <a:rPr lang="en-US" altLang="zh-CN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营         数  </a:t>
            </a:r>
            <a:r>
              <a:rPr lang="en-US" altLang="zh-CN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造  </a:t>
            </a:r>
            <a:r>
              <a:rPr lang="en-US" altLang="zh-CN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未  </a:t>
            </a:r>
            <a:r>
              <a:rPr lang="en-US" altLang="zh-CN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来</a:t>
            </a:r>
            <a:endParaRPr lang="zh-CN" altLang="en-US" dirty="0">
              <a:solidFill>
                <a:srgbClr val="56CAF7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1519555" y="122491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7" name="平行四边形 6"/>
          <p:cNvSpPr/>
          <p:nvPr>
            <p:custDataLst>
              <p:tags r:id="rId6"/>
            </p:custDataLst>
          </p:nvPr>
        </p:nvSpPr>
        <p:spPr>
          <a:xfrm>
            <a:off x="1276985" y="3019425"/>
            <a:ext cx="9781540" cy="762000"/>
          </a:xfrm>
          <a:prstGeom prst="parallelogram">
            <a:avLst>
              <a:gd name="adj" fmla="val 41780"/>
            </a:avLst>
          </a:prstGeom>
          <a:gradFill>
            <a:gsLst>
              <a:gs pos="0">
                <a:srgbClr val="2E6EF0"/>
              </a:gs>
              <a:gs pos="100000">
                <a:srgbClr val="63D0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50"/>
          </a:p>
        </p:txBody>
      </p:sp>
      <p:sp>
        <p:nvSpPr>
          <p:cNvPr id="8" name="矩形 25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63782" y="1822772"/>
            <a:ext cx="10264436" cy="807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lvl="1" algn="ctr">
              <a:buNone/>
            </a:pPr>
            <a:r>
              <a:rPr lang="en-US" sz="5250" b="1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XXXXXXXX</a:t>
            </a:r>
            <a:endParaRPr lang="en-US" sz="5250" b="1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918970" y="3083560"/>
            <a:ext cx="88258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600" b="1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XXXXXX</a:t>
            </a:r>
            <a:endParaRPr lang="en-US" sz="3600" b="1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图片 11" descr="图片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82980" y="2951480"/>
            <a:ext cx="864235" cy="779145"/>
          </a:xfrm>
          <a:prstGeom prst="rect">
            <a:avLst/>
          </a:prstGeom>
        </p:spPr>
      </p:pic>
      <p:grpSp>
        <p:nvGrpSpPr>
          <p:cNvPr id="271" name="组合 270"/>
          <p:cNvGrpSpPr/>
          <p:nvPr userDrawn="1"/>
        </p:nvGrpSpPr>
        <p:grpSpPr>
          <a:xfrm>
            <a:off x="7988935" y="804545"/>
            <a:ext cx="1003300" cy="1003300"/>
            <a:chOff x="415" y="0"/>
            <a:chExt cx="1438" cy="1438"/>
          </a:xfrm>
        </p:grpSpPr>
        <p:sp>
          <p:nvSpPr>
            <p:cNvPr id="260" name="椭圆 259"/>
            <p:cNvSpPr/>
            <p:nvPr>
              <p:custDataLst>
                <p:tags r:id="rId11"/>
              </p:custDataLst>
            </p:nvPr>
          </p:nvSpPr>
          <p:spPr>
            <a:xfrm>
              <a:off x="536" y="121"/>
              <a:ext cx="1195" cy="1195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0">
                    <a:srgbClr val="4874CB"/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61" name="椭圆 260"/>
            <p:cNvSpPr/>
            <p:nvPr>
              <p:custDataLst>
                <p:tags r:id="rId12"/>
              </p:custDataLst>
            </p:nvPr>
          </p:nvSpPr>
          <p:spPr>
            <a:xfrm>
              <a:off x="496" y="81"/>
              <a:ext cx="1276" cy="1276"/>
            </a:xfrm>
            <a:prstGeom prst="ellipse">
              <a:avLst/>
            </a:prstGeom>
            <a:noFill/>
            <a:ln w="6350" cap="flat" cmpd="sng" algn="ctr">
              <a:gradFill>
                <a:gsLst>
                  <a:gs pos="0">
                    <a:srgbClr val="4874CB">
                      <a:alpha val="80000"/>
                    </a:srgbClr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62" name="椭圆 261"/>
            <p:cNvSpPr/>
            <p:nvPr>
              <p:custDataLst>
                <p:tags r:id="rId13"/>
              </p:custDataLst>
            </p:nvPr>
          </p:nvSpPr>
          <p:spPr>
            <a:xfrm>
              <a:off x="455" y="41"/>
              <a:ext cx="1357" cy="1357"/>
            </a:xfrm>
            <a:prstGeom prst="ellipse">
              <a:avLst/>
            </a:prstGeom>
            <a:noFill/>
            <a:ln w="3175" cap="flat" cmpd="sng" algn="ctr">
              <a:gradFill>
                <a:gsLst>
                  <a:gs pos="0">
                    <a:srgbClr val="4874CB">
                      <a:alpha val="60000"/>
                    </a:srgbClr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63" name="椭圆 262"/>
            <p:cNvSpPr/>
            <p:nvPr>
              <p:custDataLst>
                <p:tags r:id="rId14"/>
              </p:custDataLst>
            </p:nvPr>
          </p:nvSpPr>
          <p:spPr>
            <a:xfrm>
              <a:off x="415" y="0"/>
              <a:ext cx="1438" cy="1438"/>
            </a:xfrm>
            <a:prstGeom prst="ellipse">
              <a:avLst/>
            </a:prstGeom>
            <a:noFill/>
            <a:ln w="3175" cap="flat" cmpd="sng" algn="ctr">
              <a:gradFill>
                <a:gsLst>
                  <a:gs pos="0">
                    <a:srgbClr val="4874CB">
                      <a:alpha val="40000"/>
                    </a:srgbClr>
                  </a:gs>
                  <a:gs pos="100000">
                    <a:srgbClr val="4874CB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69" name="平行四边形 368"/>
          <p:cNvSpPr/>
          <p:nvPr userDrawn="1">
            <p:custDataLst>
              <p:tags r:id="rId15"/>
            </p:custDataLst>
          </p:nvPr>
        </p:nvSpPr>
        <p:spPr>
          <a:xfrm flipV="1">
            <a:off x="3149600" y="1430020"/>
            <a:ext cx="5892165" cy="92075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4874CB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05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72" name="任意多边形: 形状 14"/>
          <p:cNvSpPr/>
          <p:nvPr userDrawn="1">
            <p:custDataLst>
              <p:tags r:id="rId16"/>
            </p:custDataLst>
          </p:nvPr>
        </p:nvSpPr>
        <p:spPr>
          <a:xfrm>
            <a:off x="7973060" y="922655"/>
            <a:ext cx="1003300" cy="522605"/>
          </a:xfrm>
          <a:custGeom>
            <a:avLst/>
            <a:gdLst>
              <a:gd name="connsiteX0" fmla="*/ 0 w 2247900"/>
              <a:gd name="connsiteY0" fmla="*/ 723900 h 1066800"/>
              <a:gd name="connsiteX1" fmla="*/ 762000 w 2247900"/>
              <a:gd name="connsiteY1" fmla="*/ 685800 h 1066800"/>
              <a:gd name="connsiteX2" fmla="*/ 819150 w 2247900"/>
              <a:gd name="connsiteY2" fmla="*/ 533400 h 1066800"/>
              <a:gd name="connsiteX3" fmla="*/ 857250 w 2247900"/>
              <a:gd name="connsiteY3" fmla="*/ 1066800 h 1066800"/>
              <a:gd name="connsiteX4" fmla="*/ 933450 w 2247900"/>
              <a:gd name="connsiteY4" fmla="*/ 0 h 1066800"/>
              <a:gd name="connsiteX5" fmla="*/ 1009650 w 2247900"/>
              <a:gd name="connsiteY5" fmla="*/ 666750 h 1066800"/>
              <a:gd name="connsiteX6" fmla="*/ 1104900 w 2247900"/>
              <a:gd name="connsiteY6" fmla="*/ 419100 h 1066800"/>
              <a:gd name="connsiteX7" fmla="*/ 1200150 w 2247900"/>
              <a:gd name="connsiteY7" fmla="*/ 723900 h 1066800"/>
              <a:gd name="connsiteX8" fmla="*/ 1447800 w 2247900"/>
              <a:gd name="connsiteY8" fmla="*/ 685800 h 1066800"/>
              <a:gd name="connsiteX9" fmla="*/ 1447800 w 2247900"/>
              <a:gd name="connsiteY9" fmla="*/ 171450 h 1066800"/>
              <a:gd name="connsiteX10" fmla="*/ 1543050 w 2247900"/>
              <a:gd name="connsiteY10" fmla="*/ 819150 h 1066800"/>
              <a:gd name="connsiteX11" fmla="*/ 1657350 w 2247900"/>
              <a:gd name="connsiteY11" fmla="*/ 495300 h 1066800"/>
              <a:gd name="connsiteX12" fmla="*/ 1714500 w 2247900"/>
              <a:gd name="connsiteY12" fmla="*/ 723900 h 1066800"/>
              <a:gd name="connsiteX13" fmla="*/ 2247900 w 2247900"/>
              <a:gd name="connsiteY13" fmla="*/ 704850 h 1066800"/>
              <a:gd name="connsiteX0-1" fmla="*/ 0 w 2591397"/>
              <a:gd name="connsiteY0-2" fmla="*/ 723900 h 1066800"/>
              <a:gd name="connsiteX1-3" fmla="*/ 762000 w 2591397"/>
              <a:gd name="connsiteY1-4" fmla="*/ 685800 h 1066800"/>
              <a:gd name="connsiteX2-5" fmla="*/ 819150 w 2591397"/>
              <a:gd name="connsiteY2-6" fmla="*/ 533400 h 1066800"/>
              <a:gd name="connsiteX3-7" fmla="*/ 857250 w 2591397"/>
              <a:gd name="connsiteY3-8" fmla="*/ 1066800 h 1066800"/>
              <a:gd name="connsiteX4-9" fmla="*/ 933450 w 2591397"/>
              <a:gd name="connsiteY4-10" fmla="*/ 0 h 1066800"/>
              <a:gd name="connsiteX5-11" fmla="*/ 1009650 w 2591397"/>
              <a:gd name="connsiteY5-12" fmla="*/ 666750 h 1066800"/>
              <a:gd name="connsiteX6-13" fmla="*/ 1104900 w 2591397"/>
              <a:gd name="connsiteY6-14" fmla="*/ 419100 h 1066800"/>
              <a:gd name="connsiteX7-15" fmla="*/ 1200150 w 2591397"/>
              <a:gd name="connsiteY7-16" fmla="*/ 723900 h 1066800"/>
              <a:gd name="connsiteX8-17" fmla="*/ 1447800 w 2591397"/>
              <a:gd name="connsiteY8-18" fmla="*/ 685800 h 1066800"/>
              <a:gd name="connsiteX9-19" fmla="*/ 1447800 w 2591397"/>
              <a:gd name="connsiteY9-20" fmla="*/ 171450 h 1066800"/>
              <a:gd name="connsiteX10-21" fmla="*/ 1543050 w 2591397"/>
              <a:gd name="connsiteY10-22" fmla="*/ 819150 h 1066800"/>
              <a:gd name="connsiteX11-23" fmla="*/ 1657350 w 2591397"/>
              <a:gd name="connsiteY11-24" fmla="*/ 495300 h 1066800"/>
              <a:gd name="connsiteX12-25" fmla="*/ 1714500 w 2591397"/>
              <a:gd name="connsiteY12-26" fmla="*/ 723900 h 1066800"/>
              <a:gd name="connsiteX13-27" fmla="*/ 2591397 w 2591397"/>
              <a:gd name="connsiteY13-28" fmla="*/ 727750 h 1066800"/>
              <a:gd name="connsiteX0-29" fmla="*/ 0 w 3046530"/>
              <a:gd name="connsiteY0-30" fmla="*/ 692412 h 1066800"/>
              <a:gd name="connsiteX1-31" fmla="*/ 1217133 w 3046530"/>
              <a:gd name="connsiteY1-32" fmla="*/ 685800 h 1066800"/>
              <a:gd name="connsiteX2-33" fmla="*/ 1274283 w 3046530"/>
              <a:gd name="connsiteY2-34" fmla="*/ 533400 h 1066800"/>
              <a:gd name="connsiteX3-35" fmla="*/ 1312383 w 3046530"/>
              <a:gd name="connsiteY3-36" fmla="*/ 1066800 h 1066800"/>
              <a:gd name="connsiteX4-37" fmla="*/ 1388583 w 3046530"/>
              <a:gd name="connsiteY4-38" fmla="*/ 0 h 1066800"/>
              <a:gd name="connsiteX5-39" fmla="*/ 1464783 w 3046530"/>
              <a:gd name="connsiteY5-40" fmla="*/ 666750 h 1066800"/>
              <a:gd name="connsiteX6-41" fmla="*/ 1560033 w 3046530"/>
              <a:gd name="connsiteY6-42" fmla="*/ 419100 h 1066800"/>
              <a:gd name="connsiteX7-43" fmla="*/ 1655283 w 3046530"/>
              <a:gd name="connsiteY7-44" fmla="*/ 723900 h 1066800"/>
              <a:gd name="connsiteX8-45" fmla="*/ 1902933 w 3046530"/>
              <a:gd name="connsiteY8-46" fmla="*/ 685800 h 1066800"/>
              <a:gd name="connsiteX9-47" fmla="*/ 1902933 w 3046530"/>
              <a:gd name="connsiteY9-48" fmla="*/ 171450 h 1066800"/>
              <a:gd name="connsiteX10-49" fmla="*/ 1998183 w 3046530"/>
              <a:gd name="connsiteY10-50" fmla="*/ 819150 h 1066800"/>
              <a:gd name="connsiteX11-51" fmla="*/ 2112483 w 3046530"/>
              <a:gd name="connsiteY11-52" fmla="*/ 495300 h 1066800"/>
              <a:gd name="connsiteX12-53" fmla="*/ 2169633 w 3046530"/>
              <a:gd name="connsiteY12-54" fmla="*/ 723900 h 1066800"/>
              <a:gd name="connsiteX13-55" fmla="*/ 3046530 w 3046530"/>
              <a:gd name="connsiteY13-56" fmla="*/ 727750 h 1066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046530" h="1066800">
                <a:moveTo>
                  <a:pt x="0" y="692412"/>
                </a:moveTo>
                <a:lnTo>
                  <a:pt x="1217133" y="685800"/>
                </a:lnTo>
                <a:lnTo>
                  <a:pt x="1274283" y="533400"/>
                </a:lnTo>
                <a:lnTo>
                  <a:pt x="1312383" y="1066800"/>
                </a:lnTo>
                <a:lnTo>
                  <a:pt x="1388583" y="0"/>
                </a:lnTo>
                <a:lnTo>
                  <a:pt x="1464783" y="666750"/>
                </a:lnTo>
                <a:lnTo>
                  <a:pt x="1560033" y="419100"/>
                </a:lnTo>
                <a:lnTo>
                  <a:pt x="1655283" y="723900"/>
                </a:lnTo>
                <a:lnTo>
                  <a:pt x="1902933" y="685800"/>
                </a:lnTo>
                <a:lnTo>
                  <a:pt x="1902933" y="171450"/>
                </a:lnTo>
                <a:lnTo>
                  <a:pt x="1998183" y="819150"/>
                </a:lnTo>
                <a:lnTo>
                  <a:pt x="2112483" y="495300"/>
                </a:lnTo>
                <a:lnTo>
                  <a:pt x="2169633" y="723900"/>
                </a:lnTo>
                <a:lnTo>
                  <a:pt x="3046530" y="727750"/>
                </a:lnTo>
              </a:path>
            </a:pathLst>
          </a:custGeom>
          <a:noFill/>
          <a:ln w="12700" cap="flat" cmpd="sng" algn="ctr">
            <a:gradFill>
              <a:gsLst>
                <a:gs pos="59000">
                  <a:srgbClr val="4874CB">
                    <a:lumMod val="60000"/>
                    <a:lumOff val="40000"/>
                  </a:srgbClr>
                </a:gs>
                <a:gs pos="0">
                  <a:srgbClr val="01184A"/>
                </a:gs>
                <a:gs pos="95000">
                  <a:srgbClr val="4874CB">
                    <a:lumMod val="50000"/>
                  </a:srgbClr>
                </a:gs>
              </a:gsLst>
              <a:lin ang="10800000" scaled="0"/>
            </a:gra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 descr="图片3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2700" y="-31750"/>
            <a:ext cx="12216765" cy="7025005"/>
          </a:xfrm>
          <a:prstGeom prst="rect">
            <a:avLst/>
          </a:prstGeom>
        </p:spPr>
      </p:pic>
      <p:pic>
        <p:nvPicPr>
          <p:cNvPr id="288" name="图片 287" descr="图片3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>
            <a:alphaModFix amt="78000"/>
          </a:blip>
          <a:srcRect t="71707" r="4058"/>
          <a:stretch>
            <a:fillRect/>
          </a:stretch>
        </p:blipFill>
        <p:spPr>
          <a:xfrm flipH="1" flipV="1">
            <a:off x="-12700" y="2112010"/>
            <a:ext cx="12192000" cy="28124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10029190" y="334010"/>
            <a:ext cx="1919605" cy="542290"/>
          </a:xfrm>
          <a:prstGeom prst="rect">
            <a:avLst/>
          </a:prstGeom>
        </p:spPr>
      </p:pic>
      <p:sp>
        <p:nvSpPr>
          <p:cNvPr id="29" name="等腰三角形 28"/>
          <p:cNvSpPr/>
          <p:nvPr>
            <p:custDataLst>
              <p:tags r:id="rId6"/>
            </p:custDataLst>
          </p:nvPr>
        </p:nvSpPr>
        <p:spPr>
          <a:xfrm rot="5400000">
            <a:off x="238125" y="2413000"/>
            <a:ext cx="183515" cy="154940"/>
          </a:xfrm>
          <a:prstGeom prst="triangle">
            <a:avLst/>
          </a:prstGeom>
          <a:gradFill flip="none" rotWithShape="1">
            <a:gsLst>
              <a:gs pos="0">
                <a:srgbClr val="25E2EC"/>
              </a:gs>
              <a:gs pos="98000">
                <a:srgbClr val="0364FC"/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12654" tIns="56327" rIns="112654" bIns="56327" rtlCol="0" anchor="ctr"/>
          <a:lstStyle/>
          <a:p>
            <a:pPr algn="ctr"/>
            <a:endParaRPr lang="zh-CN" altLang="en-US" sz="1665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30" name="等腰三角形 29"/>
          <p:cNvSpPr/>
          <p:nvPr>
            <p:custDataLst>
              <p:tags r:id="rId7"/>
            </p:custDataLst>
          </p:nvPr>
        </p:nvSpPr>
        <p:spPr>
          <a:xfrm rot="5400000">
            <a:off x="509270" y="2413000"/>
            <a:ext cx="183515" cy="154940"/>
          </a:xfrm>
          <a:prstGeom prst="triangle">
            <a:avLst/>
          </a:prstGeom>
          <a:gradFill flip="none" rotWithShape="1">
            <a:gsLst>
              <a:gs pos="0">
                <a:srgbClr val="25E2EC"/>
              </a:gs>
              <a:gs pos="98000">
                <a:srgbClr val="0364FC"/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12654" tIns="56327" rIns="112654" bIns="56327" rtlCol="0" anchor="ctr"/>
          <a:lstStyle/>
          <a:p>
            <a:pPr algn="ctr"/>
            <a:endParaRPr lang="zh-CN" altLang="en-US" sz="1665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31" name="等腰三角形 30"/>
          <p:cNvSpPr/>
          <p:nvPr>
            <p:custDataLst>
              <p:tags r:id="rId8"/>
            </p:custDataLst>
          </p:nvPr>
        </p:nvSpPr>
        <p:spPr>
          <a:xfrm rot="5400000">
            <a:off x="779780" y="2413000"/>
            <a:ext cx="183515" cy="154940"/>
          </a:xfrm>
          <a:prstGeom prst="triangle">
            <a:avLst/>
          </a:prstGeom>
          <a:gradFill flip="none" rotWithShape="1">
            <a:gsLst>
              <a:gs pos="0">
                <a:srgbClr val="25E2EC"/>
              </a:gs>
              <a:gs pos="98000">
                <a:srgbClr val="0364FC"/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12654" tIns="56327" rIns="112654" bIns="56327" rtlCol="0" anchor="ctr"/>
          <a:lstStyle/>
          <a:p>
            <a:pPr algn="ctr"/>
            <a:endParaRPr lang="zh-CN" altLang="en-US" sz="1665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33" name="椭圆 32"/>
          <p:cNvSpPr/>
          <p:nvPr>
            <p:custDataLst>
              <p:tags r:id="rId9"/>
            </p:custDataLst>
          </p:nvPr>
        </p:nvSpPr>
        <p:spPr>
          <a:xfrm rot="495690">
            <a:off x="10435590" y="6423660"/>
            <a:ext cx="454025" cy="462280"/>
          </a:xfrm>
          <a:prstGeom prst="ellipse">
            <a:avLst/>
          </a:prstGeom>
          <a:gradFill flip="none" rotWithShape="1">
            <a:gsLst>
              <a:gs pos="0">
                <a:srgbClr val="25E2EC"/>
              </a:gs>
              <a:gs pos="87000">
                <a:srgbClr val="0364FC"/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3300" dirty="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34" name="弧形 33"/>
          <p:cNvSpPr/>
          <p:nvPr>
            <p:custDataLst>
              <p:tags r:id="rId10"/>
            </p:custDataLst>
          </p:nvPr>
        </p:nvSpPr>
        <p:spPr>
          <a:xfrm rot="18048045">
            <a:off x="10527665" y="6228080"/>
            <a:ext cx="288290" cy="833755"/>
          </a:xfrm>
          <a:prstGeom prst="arc">
            <a:avLst>
              <a:gd name="adj1" fmla="val 3314451"/>
              <a:gd name="adj2" fmla="val 18290583"/>
            </a:avLst>
          </a:prstGeom>
          <a:noFill/>
          <a:ln w="635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 dirty="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35" name="椭圆 34"/>
          <p:cNvSpPr/>
          <p:nvPr>
            <p:custDataLst>
              <p:tags r:id="rId11"/>
            </p:custDataLst>
          </p:nvPr>
        </p:nvSpPr>
        <p:spPr>
          <a:xfrm rot="495690">
            <a:off x="10323195" y="6528435"/>
            <a:ext cx="77470" cy="78740"/>
          </a:xfrm>
          <a:prstGeom prst="ellipse">
            <a:avLst/>
          </a:prstGeom>
          <a:solidFill>
            <a:srgbClr val="0364F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40" name="弧形 39"/>
          <p:cNvSpPr/>
          <p:nvPr>
            <p:custDataLst>
              <p:tags r:id="rId12"/>
            </p:custDataLst>
          </p:nvPr>
        </p:nvSpPr>
        <p:spPr>
          <a:xfrm rot="15931930">
            <a:off x="10570845" y="6341745"/>
            <a:ext cx="175260" cy="683895"/>
          </a:xfrm>
          <a:prstGeom prst="arc">
            <a:avLst>
              <a:gd name="adj1" fmla="val 4514995"/>
              <a:gd name="adj2" fmla="val 17206491"/>
            </a:avLst>
          </a:prstGeom>
          <a:noFill/>
          <a:ln w="6350" cap="rnd" cmpd="sng" algn="ctr">
            <a:solidFill>
              <a:sysClr val="window" lastClr="FFFFFF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106" name="椭圆 105"/>
          <p:cNvSpPr/>
          <p:nvPr>
            <p:custDataLst>
              <p:tags r:id="rId13"/>
            </p:custDataLst>
          </p:nvPr>
        </p:nvSpPr>
        <p:spPr>
          <a:xfrm>
            <a:off x="11336655" y="4924425"/>
            <a:ext cx="243205" cy="248285"/>
          </a:xfrm>
          <a:prstGeom prst="ellipse">
            <a:avLst/>
          </a:prstGeom>
          <a:gradFill flip="none" rotWithShape="1">
            <a:gsLst>
              <a:gs pos="43000">
                <a:srgbClr val="25E2EC">
                  <a:alpha val="0"/>
                  <a:lumMod val="50000"/>
                </a:srgbClr>
              </a:gs>
              <a:gs pos="100000">
                <a:srgbClr val="1879F6">
                  <a:alpha val="7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  <a:sym typeface="+mn-ea"/>
            </a:endParaRPr>
          </a:p>
        </p:txBody>
      </p:sp>
      <p:sp>
        <p:nvSpPr>
          <p:cNvPr id="107" name="椭圆 106"/>
          <p:cNvSpPr/>
          <p:nvPr>
            <p:custDataLst>
              <p:tags r:id="rId14"/>
            </p:custDataLst>
          </p:nvPr>
        </p:nvSpPr>
        <p:spPr>
          <a:xfrm>
            <a:off x="11336655" y="4924425"/>
            <a:ext cx="243205" cy="248285"/>
          </a:xfrm>
          <a:prstGeom prst="ellipse">
            <a:avLst/>
          </a:prstGeom>
          <a:gradFill flip="none" rotWithShape="1">
            <a:gsLst>
              <a:gs pos="43000">
                <a:srgbClr val="25E2EC">
                  <a:alpha val="0"/>
                  <a:lumMod val="50000"/>
                </a:srgbClr>
              </a:gs>
              <a:gs pos="100000">
                <a:srgbClr val="1879F6">
                  <a:alpha val="7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  <a:sym typeface="+mn-ea"/>
            </a:endParaRPr>
          </a:p>
        </p:txBody>
      </p:sp>
      <p:sp>
        <p:nvSpPr>
          <p:cNvPr id="110" name="椭圆 109"/>
          <p:cNvSpPr/>
          <p:nvPr>
            <p:custDataLst>
              <p:tags r:id="rId15"/>
            </p:custDataLst>
          </p:nvPr>
        </p:nvSpPr>
        <p:spPr>
          <a:xfrm>
            <a:off x="11511280" y="6045835"/>
            <a:ext cx="387350" cy="394970"/>
          </a:xfrm>
          <a:prstGeom prst="ellipse">
            <a:avLst/>
          </a:prstGeom>
          <a:gradFill flip="none" rotWithShape="1">
            <a:gsLst>
              <a:gs pos="43000">
                <a:srgbClr val="25E2EC">
                  <a:alpha val="0"/>
                  <a:lumMod val="50000"/>
                </a:srgbClr>
              </a:gs>
              <a:gs pos="100000">
                <a:srgbClr val="1879F6">
                  <a:alpha val="7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  <a:sym typeface="+mn-ea"/>
            </a:endParaRPr>
          </a:p>
        </p:txBody>
      </p:sp>
      <p:sp>
        <p:nvSpPr>
          <p:cNvPr id="111" name="椭圆 110"/>
          <p:cNvSpPr/>
          <p:nvPr>
            <p:custDataLst>
              <p:tags r:id="rId16"/>
            </p:custDataLst>
          </p:nvPr>
        </p:nvSpPr>
        <p:spPr>
          <a:xfrm>
            <a:off x="11511280" y="6045835"/>
            <a:ext cx="387350" cy="394970"/>
          </a:xfrm>
          <a:prstGeom prst="ellipse">
            <a:avLst/>
          </a:prstGeom>
          <a:gradFill flip="none" rotWithShape="1">
            <a:gsLst>
              <a:gs pos="43000">
                <a:srgbClr val="25E2EC">
                  <a:alpha val="0"/>
                  <a:lumMod val="50000"/>
                </a:srgbClr>
              </a:gs>
              <a:gs pos="100000">
                <a:srgbClr val="1879F6">
                  <a:alpha val="7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  <a:sym typeface="+mn-ea"/>
            </a:endParaRPr>
          </a:p>
        </p:txBody>
      </p:sp>
      <p:sp>
        <p:nvSpPr>
          <p:cNvPr id="131" name="等腰三角形 130"/>
          <p:cNvSpPr/>
          <p:nvPr>
            <p:custDataLst>
              <p:tags r:id="rId17"/>
            </p:custDataLst>
          </p:nvPr>
        </p:nvSpPr>
        <p:spPr>
          <a:xfrm rot="5400000" flipH="1">
            <a:off x="11629390" y="6650355"/>
            <a:ext cx="183515" cy="154940"/>
          </a:xfrm>
          <a:prstGeom prst="triangle">
            <a:avLst/>
          </a:prstGeom>
          <a:gradFill flip="none" rotWithShape="1">
            <a:gsLst>
              <a:gs pos="0">
                <a:srgbClr val="25E2EC"/>
              </a:gs>
              <a:gs pos="98000">
                <a:srgbClr val="0364FC"/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12654" tIns="56327" rIns="112654" bIns="56327" rtlCol="0" anchor="ctr"/>
          <a:lstStyle/>
          <a:p>
            <a:pPr algn="ctr"/>
            <a:endParaRPr lang="zh-CN" altLang="en-US" sz="1665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132" name="等腰三角形 131"/>
          <p:cNvSpPr/>
          <p:nvPr>
            <p:custDataLst>
              <p:tags r:id="rId18"/>
            </p:custDataLst>
          </p:nvPr>
        </p:nvSpPr>
        <p:spPr>
          <a:xfrm rot="5400000" flipH="1">
            <a:off x="11358880" y="6650355"/>
            <a:ext cx="183515" cy="154940"/>
          </a:xfrm>
          <a:prstGeom prst="triangle">
            <a:avLst/>
          </a:prstGeom>
          <a:gradFill flip="none" rotWithShape="1">
            <a:gsLst>
              <a:gs pos="0">
                <a:srgbClr val="25E2EC"/>
              </a:gs>
              <a:gs pos="98000">
                <a:srgbClr val="0364FC"/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12654" tIns="56327" rIns="112654" bIns="56327" rtlCol="0" anchor="ctr"/>
          <a:lstStyle/>
          <a:p>
            <a:pPr algn="ctr"/>
            <a:endParaRPr lang="zh-CN" altLang="en-US" sz="1665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133" name="等腰三角形 132"/>
          <p:cNvSpPr/>
          <p:nvPr>
            <p:custDataLst>
              <p:tags r:id="rId19"/>
            </p:custDataLst>
          </p:nvPr>
        </p:nvSpPr>
        <p:spPr>
          <a:xfrm rot="5400000" flipH="1">
            <a:off x="11088370" y="6650355"/>
            <a:ext cx="183515" cy="154940"/>
          </a:xfrm>
          <a:prstGeom prst="triangle">
            <a:avLst/>
          </a:prstGeom>
          <a:gradFill flip="none" rotWithShape="1">
            <a:gsLst>
              <a:gs pos="0">
                <a:srgbClr val="25E2EC"/>
              </a:gs>
              <a:gs pos="98000">
                <a:srgbClr val="0364FC"/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12654" tIns="56327" rIns="112654" bIns="56327" rtlCol="0" anchor="ctr"/>
          <a:lstStyle/>
          <a:p>
            <a:pPr algn="ctr"/>
            <a:endParaRPr lang="zh-CN" altLang="en-US" sz="1665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138" name="椭圆 137"/>
          <p:cNvSpPr/>
          <p:nvPr>
            <p:custDataLst>
              <p:tags r:id="rId20"/>
            </p:custDataLst>
          </p:nvPr>
        </p:nvSpPr>
        <p:spPr>
          <a:xfrm>
            <a:off x="9587865" y="5887085"/>
            <a:ext cx="332740" cy="339725"/>
          </a:xfrm>
          <a:prstGeom prst="ellipse">
            <a:avLst/>
          </a:prstGeom>
          <a:gradFill flip="none" rotWithShape="1">
            <a:gsLst>
              <a:gs pos="52000">
                <a:srgbClr val="0364FC">
                  <a:alpha val="0"/>
                  <a:lumMod val="42000"/>
                </a:srgbClr>
              </a:gs>
              <a:gs pos="100000">
                <a:srgbClr val="0364FC"/>
              </a:gs>
            </a:gsLst>
            <a:path path="circl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/>
          <a:lstStyle/>
          <a:p>
            <a:pPr algn="ctr"/>
            <a:endParaRPr lang="zh-CN" altLang="en-US" sz="155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139" name="椭圆 138"/>
          <p:cNvSpPr/>
          <p:nvPr>
            <p:custDataLst>
              <p:tags r:id="rId21"/>
            </p:custDataLst>
          </p:nvPr>
        </p:nvSpPr>
        <p:spPr>
          <a:xfrm>
            <a:off x="9587865" y="5887085"/>
            <a:ext cx="332740" cy="339725"/>
          </a:xfrm>
          <a:prstGeom prst="ellipse">
            <a:avLst/>
          </a:prstGeom>
          <a:gradFill flip="none" rotWithShape="1">
            <a:gsLst>
              <a:gs pos="43000">
                <a:srgbClr val="25E2EC">
                  <a:alpha val="0"/>
                  <a:lumMod val="50000"/>
                </a:srgbClr>
              </a:gs>
              <a:gs pos="100000">
                <a:srgbClr val="1879F6">
                  <a:alpha val="7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/>
          <a:lstStyle/>
          <a:p>
            <a:pPr algn="ctr"/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</a:endParaRPr>
          </a:p>
        </p:txBody>
      </p:sp>
      <p:sp>
        <p:nvSpPr>
          <p:cNvPr id="141" name="椭圆 140"/>
          <p:cNvSpPr/>
          <p:nvPr>
            <p:custDataLst>
              <p:tags r:id="rId22"/>
            </p:custDataLst>
          </p:nvPr>
        </p:nvSpPr>
        <p:spPr>
          <a:xfrm>
            <a:off x="3663950" y="5757545"/>
            <a:ext cx="282575" cy="288290"/>
          </a:xfrm>
          <a:prstGeom prst="ellipse">
            <a:avLst/>
          </a:prstGeom>
          <a:gradFill flip="none" rotWithShape="1">
            <a:gsLst>
              <a:gs pos="43000">
                <a:srgbClr val="25E2EC">
                  <a:alpha val="0"/>
                  <a:lumMod val="50000"/>
                </a:srgbClr>
              </a:gs>
              <a:gs pos="100000">
                <a:srgbClr val="1879F6">
                  <a:alpha val="7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  <a:sym typeface="+mn-ea"/>
            </a:endParaRPr>
          </a:p>
        </p:txBody>
      </p:sp>
      <p:sp>
        <p:nvSpPr>
          <p:cNvPr id="142" name="椭圆 141"/>
          <p:cNvSpPr/>
          <p:nvPr>
            <p:custDataLst>
              <p:tags r:id="rId23"/>
            </p:custDataLst>
          </p:nvPr>
        </p:nvSpPr>
        <p:spPr>
          <a:xfrm>
            <a:off x="3663950" y="5757545"/>
            <a:ext cx="282575" cy="288290"/>
          </a:xfrm>
          <a:prstGeom prst="ellipse">
            <a:avLst/>
          </a:prstGeom>
          <a:gradFill flip="none" rotWithShape="1">
            <a:gsLst>
              <a:gs pos="66000">
                <a:srgbClr val="035DED">
                  <a:alpha val="9000"/>
                </a:srgbClr>
              </a:gs>
              <a:gs pos="100000">
                <a:srgbClr val="1879F6">
                  <a:alpha val="7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  <a:sym typeface="+mn-ea"/>
            </a:endParaRPr>
          </a:p>
        </p:txBody>
      </p:sp>
      <p:sp>
        <p:nvSpPr>
          <p:cNvPr id="144" name="椭圆 143"/>
          <p:cNvSpPr/>
          <p:nvPr>
            <p:custDataLst>
              <p:tags r:id="rId24"/>
            </p:custDataLst>
          </p:nvPr>
        </p:nvSpPr>
        <p:spPr>
          <a:xfrm>
            <a:off x="2976880" y="4967605"/>
            <a:ext cx="236220" cy="240665"/>
          </a:xfrm>
          <a:prstGeom prst="ellipse">
            <a:avLst/>
          </a:prstGeom>
          <a:gradFill flip="none" rotWithShape="1">
            <a:gsLst>
              <a:gs pos="43000">
                <a:srgbClr val="25E2EC">
                  <a:alpha val="0"/>
                  <a:lumMod val="50000"/>
                </a:srgbClr>
              </a:gs>
              <a:gs pos="100000">
                <a:srgbClr val="1879F6">
                  <a:alpha val="7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  <a:sym typeface="+mn-ea"/>
            </a:endParaRPr>
          </a:p>
        </p:txBody>
      </p:sp>
      <p:sp>
        <p:nvSpPr>
          <p:cNvPr id="145" name="椭圆 144"/>
          <p:cNvSpPr/>
          <p:nvPr>
            <p:custDataLst>
              <p:tags r:id="rId25"/>
            </p:custDataLst>
          </p:nvPr>
        </p:nvSpPr>
        <p:spPr>
          <a:xfrm>
            <a:off x="2976880" y="4967605"/>
            <a:ext cx="236220" cy="240665"/>
          </a:xfrm>
          <a:prstGeom prst="ellipse">
            <a:avLst/>
          </a:prstGeom>
          <a:gradFill flip="none" rotWithShape="1">
            <a:gsLst>
              <a:gs pos="48000">
                <a:srgbClr val="25E2EC">
                  <a:alpha val="0"/>
                  <a:lumMod val="50000"/>
                </a:srgbClr>
              </a:gs>
              <a:gs pos="100000">
                <a:srgbClr val="1879F6">
                  <a:alpha val="17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  <a:sym typeface="+mn-ea"/>
            </a:endParaRPr>
          </a:p>
        </p:txBody>
      </p:sp>
      <p:sp>
        <p:nvSpPr>
          <p:cNvPr id="147" name="椭圆 146"/>
          <p:cNvSpPr/>
          <p:nvPr>
            <p:custDataLst>
              <p:tags r:id="rId26"/>
            </p:custDataLst>
          </p:nvPr>
        </p:nvSpPr>
        <p:spPr>
          <a:xfrm>
            <a:off x="819785" y="5163820"/>
            <a:ext cx="212090" cy="216535"/>
          </a:xfrm>
          <a:prstGeom prst="ellipse">
            <a:avLst/>
          </a:prstGeom>
          <a:gradFill flip="none" rotWithShape="1">
            <a:gsLst>
              <a:gs pos="52000">
                <a:srgbClr val="0364FC">
                  <a:alpha val="0"/>
                  <a:lumMod val="42000"/>
                </a:srgbClr>
              </a:gs>
              <a:gs pos="100000">
                <a:srgbClr val="0364FC"/>
              </a:gs>
            </a:gsLst>
            <a:path path="circl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/>
          <a:lstStyle/>
          <a:p>
            <a:pPr algn="ctr"/>
            <a:endParaRPr lang="zh-CN" altLang="en-US" sz="155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148" name="椭圆 147"/>
          <p:cNvSpPr/>
          <p:nvPr>
            <p:custDataLst>
              <p:tags r:id="rId27"/>
            </p:custDataLst>
          </p:nvPr>
        </p:nvSpPr>
        <p:spPr>
          <a:xfrm>
            <a:off x="819785" y="5163820"/>
            <a:ext cx="212090" cy="216535"/>
          </a:xfrm>
          <a:prstGeom prst="ellipse">
            <a:avLst/>
          </a:prstGeom>
          <a:gradFill flip="none" rotWithShape="1">
            <a:gsLst>
              <a:gs pos="33000">
                <a:srgbClr val="25E2EC">
                  <a:alpha val="0"/>
                  <a:lumMod val="0"/>
                </a:srgbClr>
              </a:gs>
              <a:gs pos="100000">
                <a:srgbClr val="25E2EC">
                  <a:alpha val="36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05156" tIns="52578" rIns="105156" bIns="52578" rtlCol="0" anchor="ctr"/>
          <a:lstStyle/>
          <a:p>
            <a:pPr algn="ctr"/>
            <a:endParaRPr lang="zh-CN" altLang="en-US" sz="2070" dirty="0">
              <a:gradFill flip="none" rotWithShape="1">
                <a:gsLst>
                  <a:gs pos="0">
                    <a:sysClr val="window" lastClr="FFFFFF"/>
                  </a:gs>
                  <a:gs pos="92000">
                    <a:srgbClr val="0364FC">
                      <a:lumMod val="40000"/>
                      <a:lumOff val="60000"/>
                    </a:srgbClr>
                  </a:gs>
                </a:gsLst>
                <a:lin ang="2700000" scaled="1"/>
                <a:tileRect/>
              </a:gradFill>
              <a:latin typeface="OPPOSans B" charset="0"/>
              <a:ea typeface="OPPOSans B" charset="0"/>
            </a:endParaRPr>
          </a:p>
        </p:txBody>
      </p:sp>
      <p:sp>
        <p:nvSpPr>
          <p:cNvPr id="151" name="任意多边形: 形状 210"/>
          <p:cNvSpPr/>
          <p:nvPr>
            <p:custDataLst>
              <p:tags r:id="rId28"/>
            </p:custDataLst>
          </p:nvPr>
        </p:nvSpPr>
        <p:spPr>
          <a:xfrm>
            <a:off x="-243205" y="5961380"/>
            <a:ext cx="1026160" cy="1260475"/>
          </a:xfrm>
          <a:custGeom>
            <a:avLst/>
            <a:gdLst>
              <a:gd name="connsiteX0" fmla="*/ 0 w 1025605"/>
              <a:gd name="connsiteY0" fmla="*/ 0 h 1235870"/>
              <a:gd name="connsiteX1" fmla="*/ 1025605 w 1025605"/>
              <a:gd name="connsiteY1" fmla="*/ 1025605 h 1235870"/>
              <a:gd name="connsiteX2" fmla="*/ 1004769 w 1025605"/>
              <a:gd name="connsiteY2" fmla="*/ 1232300 h 1235870"/>
              <a:gd name="connsiteX3" fmla="*/ 1003660 w 1025605"/>
              <a:gd name="connsiteY3" fmla="*/ 1235870 h 1235870"/>
              <a:gd name="connsiteX4" fmla="*/ 0 w 1025605"/>
              <a:gd name="connsiteY4" fmla="*/ 1235870 h 1235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5605" h="1235870">
                <a:moveTo>
                  <a:pt x="0" y="0"/>
                </a:moveTo>
                <a:cubicBezTo>
                  <a:pt x="566426" y="0"/>
                  <a:pt x="1025605" y="459179"/>
                  <a:pt x="1025605" y="1025605"/>
                </a:cubicBezTo>
                <a:cubicBezTo>
                  <a:pt x="1025605" y="1096408"/>
                  <a:pt x="1018430" y="1165536"/>
                  <a:pt x="1004769" y="1232300"/>
                </a:cubicBezTo>
                <a:lnTo>
                  <a:pt x="1003660" y="1235870"/>
                </a:lnTo>
                <a:lnTo>
                  <a:pt x="0" y="1235870"/>
                </a:lnTo>
                <a:close/>
              </a:path>
            </a:pathLst>
          </a:custGeom>
          <a:gradFill flip="none" rotWithShape="1">
            <a:gsLst>
              <a:gs pos="0">
                <a:srgbClr val="0364FC"/>
              </a:gs>
              <a:gs pos="100000">
                <a:srgbClr val="25E2EC">
                  <a:alpha val="63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softEdge rad="368300"/>
          </a:effectLst>
        </p:spPr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ysClr val="window" lastClr="FFFFFF"/>
              </a:solidFill>
              <a:latin typeface="OPPOSans M" charset="0"/>
            </a:endParaRPr>
          </a:p>
        </p:txBody>
      </p:sp>
      <p:sp>
        <p:nvSpPr>
          <p:cNvPr id="184" name="椭圆 183"/>
          <p:cNvSpPr/>
          <p:nvPr>
            <p:custDataLst>
              <p:tags r:id="rId29"/>
            </p:custDataLst>
          </p:nvPr>
        </p:nvSpPr>
        <p:spPr>
          <a:xfrm rot="20241644" flipH="1">
            <a:off x="17339945" y="3182620"/>
            <a:ext cx="1831975" cy="1867535"/>
          </a:xfrm>
          <a:prstGeom prst="ellipse">
            <a:avLst/>
          </a:prstGeom>
          <a:gradFill flip="none" rotWithShape="1">
            <a:gsLst>
              <a:gs pos="0">
                <a:srgbClr val="106FF6">
                  <a:alpha val="38000"/>
                </a:srgbClr>
              </a:gs>
              <a:gs pos="90000">
                <a:srgbClr val="0364FC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12654" tIns="56327" rIns="112654" bIns="56327" rtlCol="0" anchor="ctr"/>
          <a:lstStyle/>
          <a:p>
            <a:pPr algn="ctr"/>
            <a:endParaRPr lang="zh-CN" altLang="en-US" sz="1665" dirty="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 rot="701127">
            <a:off x="8536305" y="3088005"/>
            <a:ext cx="6463665" cy="3769360"/>
            <a:chOff x="1365899" y="5197401"/>
            <a:chExt cx="8611198" cy="4926849"/>
          </a:xfrm>
        </p:grpSpPr>
        <p:sp>
          <p:nvSpPr>
            <p:cNvPr id="22" name="椭圆 21"/>
            <p:cNvSpPr/>
            <p:nvPr>
              <p:custDataLst>
                <p:tags r:id="rId30"/>
              </p:custDataLst>
            </p:nvPr>
          </p:nvSpPr>
          <p:spPr>
            <a:xfrm rot="20081376">
              <a:off x="2794000" y="8102600"/>
              <a:ext cx="4000500" cy="1181100"/>
            </a:xfrm>
            <a:prstGeom prst="ellipse">
              <a:avLst/>
            </a:prstGeom>
            <a:noFill/>
            <a:ln w="3175">
              <a:solidFill>
                <a:schemeClr val="bg1">
                  <a:lumMod val="100000"/>
                  <a:alpha val="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4" name="椭圆 3"/>
            <p:cNvSpPr/>
            <p:nvPr>
              <p:custDataLst>
                <p:tags r:id="rId31"/>
              </p:custDataLst>
            </p:nvPr>
          </p:nvSpPr>
          <p:spPr>
            <a:xfrm rot="19954872">
              <a:off x="2425058" y="7457288"/>
              <a:ext cx="5153175" cy="2117537"/>
            </a:xfrm>
            <a:prstGeom prst="ellipse">
              <a:avLst/>
            </a:prstGeom>
            <a:noFill/>
            <a:ln w="3175" cap="flat" cmpd="sng" algn="ctr">
              <a:solidFill>
                <a:schemeClr val="bg1">
                  <a:lumMod val="100000"/>
                  <a:alpha val="7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>
                    <a:lumMod val="100000"/>
                  </a:schemeClr>
                </a:solidFill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32"/>
              </p:custDataLst>
            </p:nvPr>
          </p:nvSpPr>
          <p:spPr>
            <a:xfrm rot="19828369">
              <a:off x="2066185" y="6758266"/>
              <a:ext cx="6305849" cy="3053974"/>
            </a:xfrm>
            <a:prstGeom prst="ellipse">
              <a:avLst/>
            </a:prstGeom>
            <a:noFill/>
            <a:ln w="3175" cap="flat" cmpd="sng" algn="ctr">
              <a:solidFill>
                <a:schemeClr val="bg1">
                  <a:lumMod val="100000"/>
                  <a:alpha val="7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>
                    <a:lumMod val="100000"/>
                  </a:schemeClr>
                </a:solidFill>
              </a:endParaRPr>
            </a:p>
          </p:txBody>
        </p:sp>
        <p:sp>
          <p:nvSpPr>
            <p:cNvPr id="260" name="椭圆 259"/>
            <p:cNvSpPr/>
            <p:nvPr>
              <p:custDataLst>
                <p:tags r:id="rId33"/>
              </p:custDataLst>
            </p:nvPr>
          </p:nvSpPr>
          <p:spPr>
            <a:xfrm rot="19701866">
              <a:off x="1714408" y="6005031"/>
              <a:ext cx="7458523" cy="3990411"/>
            </a:xfrm>
            <a:prstGeom prst="ellipse">
              <a:avLst/>
            </a:prstGeom>
            <a:noFill/>
            <a:ln w="3175" cap="flat" cmpd="sng" algn="ctr">
              <a:solidFill>
                <a:schemeClr val="bg1">
                  <a:lumMod val="100000"/>
                  <a:alpha val="7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>
                    <a:lumMod val="100000"/>
                  </a:schemeClr>
                </a:solidFill>
              </a:endParaRPr>
            </a:p>
          </p:txBody>
        </p:sp>
        <p:sp>
          <p:nvSpPr>
            <p:cNvPr id="6" name="椭圆 5"/>
            <p:cNvSpPr/>
            <p:nvPr>
              <p:custDataLst>
                <p:tags r:id="rId34"/>
              </p:custDataLst>
            </p:nvPr>
          </p:nvSpPr>
          <p:spPr>
            <a:xfrm rot="19575363">
              <a:off x="1365899" y="5197401"/>
              <a:ext cx="8611198" cy="4926849"/>
            </a:xfrm>
            <a:prstGeom prst="ellipse">
              <a:avLst/>
            </a:prstGeom>
            <a:noFill/>
            <a:ln w="3175" cap="flat" cmpd="sng" algn="ctr">
              <a:solidFill>
                <a:schemeClr val="bg1">
                  <a:lumMod val="100000"/>
                  <a:alpha val="7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>
                    <a:lumMod val="100000"/>
                  </a:schemeClr>
                </a:solidFill>
              </a:endParaRPr>
            </a:p>
          </p:txBody>
        </p:sp>
      </p:grpSp>
      <p:pic>
        <p:nvPicPr>
          <p:cNvPr id="289" name="图片 288" descr="Frame 465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-22860" y="-31750"/>
            <a:ext cx="12217400" cy="2636520"/>
          </a:xfrm>
          <a:prstGeom prst="rect">
            <a:avLst/>
          </a:prstGeom>
        </p:spPr>
      </p:pic>
      <p:sp>
        <p:nvSpPr>
          <p:cNvPr id="86" name="文本框 85"/>
          <p:cNvSpPr txBox="1"/>
          <p:nvPr/>
        </p:nvSpPr>
        <p:spPr>
          <a:xfrm>
            <a:off x="4961890" y="460375"/>
            <a:ext cx="2272665" cy="1322070"/>
          </a:xfrm>
          <a:prstGeom prst="rect">
            <a:avLst/>
          </a:prstGeom>
          <a:noFill/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8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8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任意多边形: 形状 208"/>
          <p:cNvSpPr/>
          <p:nvPr>
            <p:custDataLst>
              <p:tags r:id="rId37"/>
            </p:custDataLst>
          </p:nvPr>
        </p:nvSpPr>
        <p:spPr>
          <a:xfrm rot="1358356" flipH="1" flipV="1">
            <a:off x="-340995" y="4672965"/>
            <a:ext cx="2941320" cy="2685415"/>
          </a:xfrm>
          <a:custGeom>
            <a:avLst/>
            <a:gdLst>
              <a:gd name="connsiteX0" fmla="*/ 7467 w 2938524"/>
              <a:gd name="connsiteY0" fmla="*/ 895309 h 2632622"/>
              <a:gd name="connsiteX1" fmla="*/ 2154162 w 2938524"/>
              <a:gd name="connsiteY1" fmla="*/ 0 h 2632622"/>
              <a:gd name="connsiteX2" fmla="*/ 2938524 w 2938524"/>
              <a:gd name="connsiteY2" fmla="*/ 1880676 h 2632622"/>
              <a:gd name="connsiteX3" fmla="*/ 2907435 w 2938524"/>
              <a:gd name="connsiteY3" fmla="*/ 1931852 h 2632622"/>
              <a:gd name="connsiteX4" fmla="*/ 1589443 w 2938524"/>
              <a:gd name="connsiteY4" fmla="*/ 2632622 h 2632622"/>
              <a:gd name="connsiteX5" fmla="*/ 0 w 2938524"/>
              <a:gd name="connsiteY5" fmla="*/ 1043179 h 263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8524" h="2632622">
                <a:moveTo>
                  <a:pt x="7467" y="895309"/>
                </a:moveTo>
                <a:lnTo>
                  <a:pt x="2154162" y="0"/>
                </a:lnTo>
                <a:lnTo>
                  <a:pt x="2938524" y="1880676"/>
                </a:lnTo>
                <a:lnTo>
                  <a:pt x="2907435" y="1931852"/>
                </a:lnTo>
                <a:cubicBezTo>
                  <a:pt x="2621800" y="2354646"/>
                  <a:pt x="2138084" y="2632622"/>
                  <a:pt x="1589443" y="2632622"/>
                </a:cubicBezTo>
                <a:cubicBezTo>
                  <a:pt x="711618" y="2632622"/>
                  <a:pt x="0" y="1921004"/>
                  <a:pt x="0" y="1043179"/>
                </a:cubicBezTo>
                <a:close/>
              </a:path>
            </a:pathLst>
          </a:custGeom>
          <a:gradFill flip="none" rotWithShape="1">
            <a:gsLst>
              <a:gs pos="0">
                <a:srgbClr val="0364FC">
                  <a:alpha val="65000"/>
                </a:srgbClr>
              </a:gs>
              <a:gs pos="90000">
                <a:srgbClr val="0364FC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1350" dirty="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41" name="任意多边形: 形状 208"/>
          <p:cNvSpPr/>
          <p:nvPr>
            <p:custDataLst>
              <p:tags r:id="rId38"/>
            </p:custDataLst>
          </p:nvPr>
        </p:nvSpPr>
        <p:spPr>
          <a:xfrm rot="20241643" flipV="1">
            <a:off x="9439910" y="4582795"/>
            <a:ext cx="3114040" cy="2790190"/>
          </a:xfrm>
          <a:custGeom>
            <a:avLst/>
            <a:gdLst>
              <a:gd name="connsiteX0" fmla="*/ 7467 w 2938524"/>
              <a:gd name="connsiteY0" fmla="*/ 895309 h 2632622"/>
              <a:gd name="connsiteX1" fmla="*/ 2154162 w 2938524"/>
              <a:gd name="connsiteY1" fmla="*/ 0 h 2632622"/>
              <a:gd name="connsiteX2" fmla="*/ 2938524 w 2938524"/>
              <a:gd name="connsiteY2" fmla="*/ 1880676 h 2632622"/>
              <a:gd name="connsiteX3" fmla="*/ 2907435 w 2938524"/>
              <a:gd name="connsiteY3" fmla="*/ 1931852 h 2632622"/>
              <a:gd name="connsiteX4" fmla="*/ 1589443 w 2938524"/>
              <a:gd name="connsiteY4" fmla="*/ 2632622 h 2632622"/>
              <a:gd name="connsiteX5" fmla="*/ 0 w 2938524"/>
              <a:gd name="connsiteY5" fmla="*/ 1043179 h 263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8524" h="2632622">
                <a:moveTo>
                  <a:pt x="7467" y="895309"/>
                </a:moveTo>
                <a:lnTo>
                  <a:pt x="2154162" y="0"/>
                </a:lnTo>
                <a:lnTo>
                  <a:pt x="2938524" y="1880676"/>
                </a:lnTo>
                <a:lnTo>
                  <a:pt x="2907435" y="1931852"/>
                </a:lnTo>
                <a:cubicBezTo>
                  <a:pt x="2621800" y="2354646"/>
                  <a:pt x="2138084" y="2632622"/>
                  <a:pt x="1589443" y="2632622"/>
                </a:cubicBezTo>
                <a:cubicBezTo>
                  <a:pt x="711618" y="2632622"/>
                  <a:pt x="0" y="1921004"/>
                  <a:pt x="0" y="1043179"/>
                </a:cubicBezTo>
                <a:close/>
              </a:path>
            </a:pathLst>
          </a:custGeom>
          <a:gradFill flip="none" rotWithShape="1">
            <a:gsLst>
              <a:gs pos="0">
                <a:srgbClr val="0364FC">
                  <a:alpha val="46000"/>
                </a:srgbClr>
              </a:gs>
              <a:gs pos="90000">
                <a:srgbClr val="0364FC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1350" dirty="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grpSp>
        <p:nvGrpSpPr>
          <p:cNvPr id="42" name="组合 41"/>
          <p:cNvGrpSpPr/>
          <p:nvPr/>
        </p:nvGrpSpPr>
        <p:grpSpPr>
          <a:xfrm rot="20898872" flipH="1">
            <a:off x="-1567180" y="3187700"/>
            <a:ext cx="6463665" cy="3769360"/>
            <a:chOff x="1366728" y="5197230"/>
            <a:chExt cx="8611198" cy="4926849"/>
          </a:xfrm>
        </p:grpSpPr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 rot="20081376">
              <a:off x="2794000" y="8102600"/>
              <a:ext cx="4000500" cy="1181100"/>
            </a:xfrm>
            <a:prstGeom prst="ellipse">
              <a:avLst/>
            </a:prstGeom>
            <a:noFill/>
            <a:ln w="3175">
              <a:solidFill>
                <a:schemeClr val="bg1">
                  <a:lumMod val="100000"/>
                  <a:alpha val="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44" name="椭圆 43"/>
            <p:cNvSpPr/>
            <p:nvPr>
              <p:custDataLst>
                <p:tags r:id="rId40"/>
              </p:custDataLst>
            </p:nvPr>
          </p:nvSpPr>
          <p:spPr>
            <a:xfrm rot="19954872">
              <a:off x="2425058" y="7457288"/>
              <a:ext cx="5153175" cy="2117537"/>
            </a:xfrm>
            <a:prstGeom prst="ellipse">
              <a:avLst/>
            </a:prstGeom>
            <a:noFill/>
            <a:ln w="3175" cap="flat" cmpd="sng" algn="ctr">
              <a:solidFill>
                <a:schemeClr val="bg1">
                  <a:lumMod val="100000"/>
                  <a:alpha val="7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>
                    <a:lumMod val="100000"/>
                  </a:schemeClr>
                </a:solidFill>
              </a:endParaRPr>
            </a:p>
          </p:txBody>
        </p:sp>
        <p:sp>
          <p:nvSpPr>
            <p:cNvPr id="45" name="椭圆 44"/>
            <p:cNvSpPr/>
            <p:nvPr>
              <p:custDataLst>
                <p:tags r:id="rId41"/>
              </p:custDataLst>
            </p:nvPr>
          </p:nvSpPr>
          <p:spPr>
            <a:xfrm rot="19828369">
              <a:off x="2066185" y="6758266"/>
              <a:ext cx="6305849" cy="3053974"/>
            </a:xfrm>
            <a:prstGeom prst="ellipse">
              <a:avLst/>
            </a:prstGeom>
            <a:noFill/>
            <a:ln w="3175" cap="flat" cmpd="sng" algn="ctr">
              <a:solidFill>
                <a:schemeClr val="bg1">
                  <a:lumMod val="100000"/>
                  <a:alpha val="7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>
                    <a:lumMod val="100000"/>
                  </a:schemeClr>
                </a:solidFill>
              </a:endParaRPr>
            </a:p>
          </p:txBody>
        </p:sp>
        <p:sp>
          <p:nvSpPr>
            <p:cNvPr id="46" name="椭圆 45"/>
            <p:cNvSpPr/>
            <p:nvPr>
              <p:custDataLst>
                <p:tags r:id="rId42"/>
              </p:custDataLst>
            </p:nvPr>
          </p:nvSpPr>
          <p:spPr>
            <a:xfrm rot="19701866">
              <a:off x="1714408" y="6005031"/>
              <a:ext cx="7458523" cy="3990411"/>
            </a:xfrm>
            <a:prstGeom prst="ellipse">
              <a:avLst/>
            </a:prstGeom>
            <a:noFill/>
            <a:ln w="3175" cap="flat" cmpd="sng" algn="ctr">
              <a:solidFill>
                <a:schemeClr val="bg1">
                  <a:lumMod val="100000"/>
                  <a:alpha val="7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>
                    <a:lumMod val="100000"/>
                  </a:schemeClr>
                </a:solidFill>
              </a:endParaRPr>
            </a:p>
          </p:txBody>
        </p:sp>
        <p:sp>
          <p:nvSpPr>
            <p:cNvPr id="47" name="椭圆 46"/>
            <p:cNvSpPr/>
            <p:nvPr>
              <p:custDataLst>
                <p:tags r:id="rId43"/>
              </p:custDataLst>
            </p:nvPr>
          </p:nvSpPr>
          <p:spPr>
            <a:xfrm rot="19575363">
              <a:off x="1366728" y="5197230"/>
              <a:ext cx="8611198" cy="4926849"/>
            </a:xfrm>
            <a:prstGeom prst="ellipse">
              <a:avLst/>
            </a:prstGeom>
            <a:noFill/>
            <a:ln w="3175" cap="flat" cmpd="sng" algn="ctr">
              <a:solidFill>
                <a:schemeClr val="bg1">
                  <a:lumMod val="100000"/>
                  <a:alpha val="7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>
                    <a:lumMod val="100000"/>
                  </a:schemeClr>
                </a:solidFill>
              </a:endParaRPr>
            </a:p>
          </p:txBody>
        </p:sp>
      </p:grpSp>
      <p:sp>
        <p:nvSpPr>
          <p:cNvPr id="88" name="文本框 87"/>
          <p:cNvSpPr txBox="1"/>
          <p:nvPr/>
        </p:nvSpPr>
        <p:spPr>
          <a:xfrm>
            <a:off x="4364355" y="1689100"/>
            <a:ext cx="3467100" cy="7067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zh-CN" altLang="en-US" sz="4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gaoding-13"/>
          <p:cNvSpPr/>
          <p:nvPr>
            <p:custDataLst>
              <p:tags r:id="rId44"/>
            </p:custDataLst>
          </p:nvPr>
        </p:nvSpPr>
        <p:spPr>
          <a:xfrm>
            <a:off x="1976120" y="3633470"/>
            <a:ext cx="1621790" cy="2367280"/>
          </a:xfrm>
          <a:custGeom>
            <a:avLst/>
            <a:gdLst>
              <a:gd name="connsiteX0" fmla="*/ 0 w 2554"/>
              <a:gd name="connsiteY0" fmla="*/ 0 h 3728"/>
              <a:gd name="connsiteX1" fmla="*/ 2554 w 2554"/>
              <a:gd name="connsiteY1" fmla="*/ 561 h 3728"/>
              <a:gd name="connsiteX2" fmla="*/ 2541 w 2554"/>
              <a:gd name="connsiteY2" fmla="*/ 3347 h 3728"/>
              <a:gd name="connsiteX3" fmla="*/ 2117 w 2554"/>
              <a:gd name="connsiteY3" fmla="*/ 3728 h 3728"/>
              <a:gd name="connsiteX4" fmla="*/ 424 w 2554"/>
              <a:gd name="connsiteY4" fmla="*/ 3728 h 3728"/>
              <a:gd name="connsiteX5" fmla="*/ 0 w 2554"/>
              <a:gd name="connsiteY5" fmla="*/ 3347 h 3728"/>
              <a:gd name="connsiteX6" fmla="*/ 0 w 2554"/>
              <a:gd name="connsiteY6" fmla="*/ 0 h 3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54" h="3728">
                <a:moveTo>
                  <a:pt x="0" y="0"/>
                </a:moveTo>
                <a:lnTo>
                  <a:pt x="2554" y="561"/>
                </a:lnTo>
                <a:lnTo>
                  <a:pt x="2541" y="3347"/>
                </a:lnTo>
                <a:cubicBezTo>
                  <a:pt x="2541" y="3558"/>
                  <a:pt x="2351" y="3728"/>
                  <a:pt x="2117" y="3728"/>
                </a:cubicBezTo>
                <a:lnTo>
                  <a:pt x="424" y="3728"/>
                </a:lnTo>
                <a:cubicBezTo>
                  <a:pt x="190" y="3728"/>
                  <a:pt x="0" y="3558"/>
                  <a:pt x="0" y="334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 w="63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50800" dist="127000" dir="2700000" algn="t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4572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5" name="gaoding-14"/>
          <p:cNvSpPr/>
          <p:nvPr>
            <p:custDataLst>
              <p:tags r:id="rId45"/>
            </p:custDataLst>
          </p:nvPr>
        </p:nvSpPr>
        <p:spPr>
          <a:xfrm>
            <a:off x="8760460" y="3633470"/>
            <a:ext cx="1619885" cy="2366010"/>
          </a:xfrm>
          <a:custGeom>
            <a:avLst/>
            <a:gdLst>
              <a:gd name="connsiteX0" fmla="*/ 2425 w 2425"/>
              <a:gd name="connsiteY0" fmla="*/ 0 h 3726"/>
              <a:gd name="connsiteX1" fmla="*/ 2425 w 2425"/>
              <a:gd name="connsiteY1" fmla="*/ 3346 h 3726"/>
              <a:gd name="connsiteX2" fmla="*/ 2021 w 2425"/>
              <a:gd name="connsiteY2" fmla="*/ 3726 h 3726"/>
              <a:gd name="connsiteX3" fmla="*/ 404 w 2425"/>
              <a:gd name="connsiteY3" fmla="*/ 3726 h 3726"/>
              <a:gd name="connsiteX4" fmla="*/ 0 w 2425"/>
              <a:gd name="connsiteY4" fmla="*/ 3346 h 3726"/>
              <a:gd name="connsiteX5" fmla="*/ 8 w 2425"/>
              <a:gd name="connsiteY5" fmla="*/ 549 h 3726"/>
              <a:gd name="connsiteX6" fmla="*/ 2425 w 2425"/>
              <a:gd name="connsiteY6" fmla="*/ 0 h 3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5" h="3726">
                <a:moveTo>
                  <a:pt x="2425" y="0"/>
                </a:moveTo>
                <a:lnTo>
                  <a:pt x="2425" y="3346"/>
                </a:lnTo>
                <a:cubicBezTo>
                  <a:pt x="2425" y="3556"/>
                  <a:pt x="2244" y="3726"/>
                  <a:pt x="2021" y="3726"/>
                </a:cubicBezTo>
                <a:lnTo>
                  <a:pt x="404" y="3726"/>
                </a:lnTo>
                <a:cubicBezTo>
                  <a:pt x="181" y="3726"/>
                  <a:pt x="0" y="3556"/>
                  <a:pt x="0" y="3346"/>
                </a:cubicBezTo>
                <a:lnTo>
                  <a:pt x="8" y="549"/>
                </a:lnTo>
                <a:lnTo>
                  <a:pt x="2425" y="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 w="63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50800" dist="127000" dir="2700000" algn="t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45720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6" name="gaoding-15"/>
          <p:cNvSpPr/>
          <p:nvPr>
            <p:custDataLst>
              <p:tags r:id="rId46"/>
            </p:custDataLst>
          </p:nvPr>
        </p:nvSpPr>
        <p:spPr>
          <a:xfrm>
            <a:off x="7084695" y="4044315"/>
            <a:ext cx="1540510" cy="1957070"/>
          </a:xfrm>
          <a:custGeom>
            <a:avLst/>
            <a:gdLst>
              <a:gd name="connsiteX0" fmla="*/ 2412 w 2426"/>
              <a:gd name="connsiteY0" fmla="*/ 0 h 3082"/>
              <a:gd name="connsiteX1" fmla="*/ 2426 w 2426"/>
              <a:gd name="connsiteY1" fmla="*/ 2739 h 3082"/>
              <a:gd name="connsiteX2" fmla="*/ 2022 w 2426"/>
              <a:gd name="connsiteY2" fmla="*/ 3082 h 3082"/>
              <a:gd name="connsiteX3" fmla="*/ 404 w 2426"/>
              <a:gd name="connsiteY3" fmla="*/ 3082 h 3082"/>
              <a:gd name="connsiteX4" fmla="*/ 0 w 2426"/>
              <a:gd name="connsiteY4" fmla="*/ 2739 h 3082"/>
              <a:gd name="connsiteX5" fmla="*/ 0 w 2426"/>
              <a:gd name="connsiteY5" fmla="*/ 607 h 3082"/>
              <a:gd name="connsiteX6" fmla="*/ 2412 w 2426"/>
              <a:gd name="connsiteY6" fmla="*/ 0 h 3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6" h="3082">
                <a:moveTo>
                  <a:pt x="2412" y="0"/>
                </a:moveTo>
                <a:lnTo>
                  <a:pt x="2426" y="2739"/>
                </a:lnTo>
                <a:cubicBezTo>
                  <a:pt x="2426" y="2928"/>
                  <a:pt x="2245" y="3082"/>
                  <a:pt x="2022" y="3082"/>
                </a:cubicBezTo>
                <a:lnTo>
                  <a:pt x="404" y="3082"/>
                </a:lnTo>
                <a:cubicBezTo>
                  <a:pt x="181" y="3082"/>
                  <a:pt x="0" y="2928"/>
                  <a:pt x="0" y="2739"/>
                </a:cubicBezTo>
                <a:lnTo>
                  <a:pt x="0" y="607"/>
                </a:lnTo>
                <a:lnTo>
                  <a:pt x="2412" y="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 w="63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50800" dist="127000" dir="2700000" algn="t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4572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7" name="gaoding-16"/>
          <p:cNvSpPr/>
          <p:nvPr>
            <p:custDataLst>
              <p:tags r:id="rId47"/>
            </p:custDataLst>
          </p:nvPr>
        </p:nvSpPr>
        <p:spPr>
          <a:xfrm>
            <a:off x="3733165" y="4044315"/>
            <a:ext cx="1540510" cy="1956435"/>
          </a:xfrm>
          <a:custGeom>
            <a:avLst/>
            <a:gdLst>
              <a:gd name="connsiteX0" fmla="*/ 23 w 2426"/>
              <a:gd name="connsiteY0" fmla="*/ 0 h 3081"/>
              <a:gd name="connsiteX1" fmla="*/ 2426 w 2426"/>
              <a:gd name="connsiteY1" fmla="*/ 613 h 3081"/>
              <a:gd name="connsiteX2" fmla="*/ 2426 w 2426"/>
              <a:gd name="connsiteY2" fmla="*/ 2738 h 3081"/>
              <a:gd name="connsiteX3" fmla="*/ 2022 w 2426"/>
              <a:gd name="connsiteY3" fmla="*/ 3081 h 3081"/>
              <a:gd name="connsiteX4" fmla="*/ 404 w 2426"/>
              <a:gd name="connsiteY4" fmla="*/ 3081 h 3081"/>
              <a:gd name="connsiteX5" fmla="*/ 0 w 2426"/>
              <a:gd name="connsiteY5" fmla="*/ 2738 h 3081"/>
              <a:gd name="connsiteX6" fmla="*/ 23 w 2426"/>
              <a:gd name="connsiteY6" fmla="*/ 0 h 3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6" h="3081">
                <a:moveTo>
                  <a:pt x="23" y="0"/>
                </a:moveTo>
                <a:lnTo>
                  <a:pt x="2426" y="613"/>
                </a:lnTo>
                <a:lnTo>
                  <a:pt x="2426" y="2738"/>
                </a:lnTo>
                <a:cubicBezTo>
                  <a:pt x="2426" y="2928"/>
                  <a:pt x="2245" y="3081"/>
                  <a:pt x="2022" y="3081"/>
                </a:cubicBezTo>
                <a:lnTo>
                  <a:pt x="404" y="3081"/>
                </a:lnTo>
                <a:cubicBezTo>
                  <a:pt x="181" y="3081"/>
                  <a:pt x="0" y="2928"/>
                  <a:pt x="0" y="2738"/>
                </a:cubicBezTo>
                <a:lnTo>
                  <a:pt x="23" y="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 w="63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50800" dist="127000" dir="2700000" algn="t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4572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8" name="gaoding-17"/>
          <p:cNvSpPr/>
          <p:nvPr>
            <p:custDataLst>
              <p:tags r:id="rId48"/>
            </p:custDataLst>
          </p:nvPr>
        </p:nvSpPr>
        <p:spPr>
          <a:xfrm>
            <a:off x="5408930" y="4469765"/>
            <a:ext cx="1540510" cy="1529715"/>
          </a:xfrm>
          <a:custGeom>
            <a:avLst/>
            <a:gdLst>
              <a:gd name="connsiteX0" fmla="*/ 1882140 w 1882140"/>
              <a:gd name="connsiteY0" fmla="*/ 0 h 2206312"/>
              <a:gd name="connsiteX1" fmla="*/ 1882140 w 1882140"/>
              <a:gd name="connsiteY1" fmla="*/ 1892616 h 2206312"/>
              <a:gd name="connsiteX2" fmla="*/ 1568444 w 1882140"/>
              <a:gd name="connsiteY2" fmla="*/ 2206312 h 2206312"/>
              <a:gd name="connsiteX3" fmla="*/ 313696 w 1882140"/>
              <a:gd name="connsiteY3" fmla="*/ 2206312 h 2206312"/>
              <a:gd name="connsiteX4" fmla="*/ 0 w 1882140"/>
              <a:gd name="connsiteY4" fmla="*/ 1892616 h 2206312"/>
              <a:gd name="connsiteX5" fmla="*/ 0 w 1882140"/>
              <a:gd name="connsiteY5" fmla="*/ 1524 h 2206312"/>
              <a:gd name="connsiteX6" fmla="*/ 937261 w 1882140"/>
              <a:gd name="connsiteY6" fmla="*/ 188976 h 2206312"/>
              <a:gd name="connsiteX7" fmla="*/ 1882140 w 1882140"/>
              <a:gd name="connsiteY7" fmla="*/ 0 h 220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82140" h="2206312">
                <a:moveTo>
                  <a:pt x="1882140" y="0"/>
                </a:moveTo>
                <a:lnTo>
                  <a:pt x="1882140" y="1892616"/>
                </a:lnTo>
                <a:cubicBezTo>
                  <a:pt x="1882140" y="2065866"/>
                  <a:pt x="1741694" y="2206312"/>
                  <a:pt x="1568444" y="2206312"/>
                </a:cubicBezTo>
                <a:lnTo>
                  <a:pt x="313696" y="2206312"/>
                </a:lnTo>
                <a:cubicBezTo>
                  <a:pt x="140447" y="2206312"/>
                  <a:pt x="0" y="2065866"/>
                  <a:pt x="0" y="1892616"/>
                </a:cubicBezTo>
                <a:lnTo>
                  <a:pt x="0" y="1524"/>
                </a:lnTo>
                <a:lnTo>
                  <a:pt x="937261" y="188976"/>
                </a:lnTo>
                <a:lnTo>
                  <a:pt x="1882140" y="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 w="63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50800" dist="127000" dir="2700000" algn="t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4572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7" name="任意多边形 276"/>
          <p:cNvSpPr/>
          <p:nvPr>
            <p:custDataLst>
              <p:tags r:id="rId49"/>
            </p:custDataLst>
          </p:nvPr>
        </p:nvSpPr>
        <p:spPr>
          <a:xfrm rot="1358355">
            <a:off x="11123742" y="2028440"/>
            <a:ext cx="1351871" cy="1980471"/>
          </a:xfrm>
          <a:custGeom>
            <a:avLst/>
            <a:gdLst>
              <a:gd name="connsiteX0" fmla="*/ 1994 w 2128"/>
              <a:gd name="connsiteY0" fmla="*/ 2082 h 3118"/>
              <a:gd name="connsiteX1" fmla="*/ 1443 w 2128"/>
              <a:gd name="connsiteY1" fmla="*/ 3119 h 3118"/>
              <a:gd name="connsiteX2" fmla="*/ 0 w 2128"/>
              <a:gd name="connsiteY2" fmla="*/ 1648 h 3118"/>
              <a:gd name="connsiteX3" fmla="*/ 1086 w 2128"/>
              <a:gd name="connsiteY3" fmla="*/ 1 h 3118"/>
              <a:gd name="connsiteX4" fmla="*/ 1833 w 2128"/>
              <a:gd name="connsiteY4" fmla="*/ 1791 h 3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9" h="3119">
                <a:moveTo>
                  <a:pt x="1994" y="2082"/>
                </a:moveTo>
                <a:cubicBezTo>
                  <a:pt x="2219" y="2874"/>
                  <a:pt x="2239" y="3119"/>
                  <a:pt x="1443" y="3119"/>
                </a:cubicBezTo>
                <a:cubicBezTo>
                  <a:pt x="646" y="3119"/>
                  <a:pt x="0" y="2461"/>
                  <a:pt x="0" y="1648"/>
                </a:cubicBezTo>
                <a:cubicBezTo>
                  <a:pt x="-14" y="686"/>
                  <a:pt x="1060" y="-28"/>
                  <a:pt x="1086" y="1"/>
                </a:cubicBezTo>
                <a:cubicBezTo>
                  <a:pt x="1138" y="59"/>
                  <a:pt x="1359" y="654"/>
                  <a:pt x="1833" y="1791"/>
                </a:cubicBezTo>
              </a:path>
            </a:pathLst>
          </a:custGeom>
          <a:gradFill flip="none" rotWithShape="1">
            <a:gsLst>
              <a:gs pos="0">
                <a:srgbClr val="106FF6">
                  <a:alpha val="38000"/>
                </a:srgbClr>
              </a:gs>
              <a:gs pos="90000">
                <a:srgbClr val="0364FC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12654" tIns="56327" rIns="112654" bIns="56327" rtlCol="0" anchor="ctr"/>
          <a:p>
            <a:pPr algn="ctr"/>
            <a:endParaRPr lang="zh-CN" altLang="en-US" sz="1665" dirty="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137" name="gaoding-23"/>
          <p:cNvSpPr txBox="1"/>
          <p:nvPr>
            <p:custDataLst>
              <p:tags r:id="rId50"/>
            </p:custDataLst>
          </p:nvPr>
        </p:nvSpPr>
        <p:spPr>
          <a:xfrm>
            <a:off x="8933815" y="4126865"/>
            <a:ext cx="1493520" cy="1005840"/>
          </a:xfrm>
          <a:prstGeom prst="rect">
            <a:avLst/>
          </a:prstGeom>
          <a:noFill/>
        </p:spPr>
        <p:txBody>
          <a:bodyPr wrap="square" lIns="0" tIns="45720" rIns="0" bIns="45720" rtlCol="0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</a:t>
            </a:r>
            <a:endParaRPr lang="en-US" sz="2000" b="1" dirty="0">
              <a:solidFill>
                <a:schemeClr val="bg1"/>
              </a:solidFill>
              <a:effectLst>
                <a:outerShdw blurRad="50800" dist="127000" dir="2700000" algn="tl" rotWithShape="0">
                  <a:schemeClr val="accent1">
                    <a:lumMod val="50000"/>
                    <a:alpha val="40000"/>
                  </a:schemeClr>
                </a:outerShdw>
              </a:effectLst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+mn-lt"/>
            </a:endParaRPr>
          </a:p>
        </p:txBody>
      </p:sp>
      <p:sp>
        <p:nvSpPr>
          <p:cNvPr id="143" name="gaoding-25"/>
          <p:cNvSpPr txBox="1"/>
          <p:nvPr>
            <p:custDataLst>
              <p:tags r:id="rId51"/>
            </p:custDataLst>
          </p:nvPr>
        </p:nvSpPr>
        <p:spPr>
          <a:xfrm>
            <a:off x="7208520" y="4567555"/>
            <a:ext cx="1388110" cy="327660"/>
          </a:xfrm>
          <a:prstGeom prst="rect">
            <a:avLst/>
          </a:prstGeom>
          <a:noFill/>
        </p:spPr>
        <p:txBody>
          <a:bodyPr wrap="square" lIns="0" tIns="45720" rIns="0" bIns="45720" rtlCol="0">
            <a:no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</a:t>
            </a:r>
            <a:endParaRPr lang="en-US" altLang="zh-CN" sz="2000" b="1" dirty="0">
              <a:solidFill>
                <a:schemeClr val="bg1"/>
              </a:solidFill>
              <a:effectLst>
                <a:outerShdw blurRad="50800" dist="127000" dir="2700000" algn="tl" rotWithShape="0">
                  <a:schemeClr val="accent1">
                    <a:lumMod val="50000"/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OPPOSans B" panose="00020600040101010101" pitchFamily="18" charset="-122"/>
              <a:sym typeface="+mn-ea"/>
            </a:endParaRPr>
          </a:p>
        </p:txBody>
      </p:sp>
      <p:sp>
        <p:nvSpPr>
          <p:cNvPr id="164" name="gaoding-27"/>
          <p:cNvSpPr txBox="1"/>
          <p:nvPr>
            <p:custDataLst>
              <p:tags r:id="rId52"/>
            </p:custDataLst>
          </p:nvPr>
        </p:nvSpPr>
        <p:spPr>
          <a:xfrm>
            <a:off x="3814445" y="4567555"/>
            <a:ext cx="1418590" cy="674370"/>
          </a:xfrm>
          <a:prstGeom prst="rect">
            <a:avLst/>
          </a:prstGeom>
          <a:noFill/>
        </p:spPr>
        <p:txBody>
          <a:bodyPr wrap="square" lIns="0" tIns="45720" rIns="0" bIns="45720" rtlCol="0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</a:t>
            </a:r>
            <a:endParaRPr lang="en-US" sz="2000" b="1" dirty="0">
              <a:solidFill>
                <a:schemeClr val="bg1"/>
              </a:solidFill>
              <a:effectLst>
                <a:outerShdw blurRad="50800" dist="127000" dir="2700000" algn="tl" rotWithShape="0">
                  <a:schemeClr val="accent1">
                    <a:lumMod val="50000"/>
                    <a:alpha val="40000"/>
                  </a:schemeClr>
                </a:outerShdw>
              </a:effectLst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+mn-lt"/>
            </a:endParaRPr>
          </a:p>
        </p:txBody>
      </p:sp>
      <p:sp>
        <p:nvSpPr>
          <p:cNvPr id="167" name="gaoding-29"/>
          <p:cNvSpPr txBox="1"/>
          <p:nvPr>
            <p:custDataLst>
              <p:tags r:id="rId53"/>
            </p:custDataLst>
          </p:nvPr>
        </p:nvSpPr>
        <p:spPr>
          <a:xfrm>
            <a:off x="2053590" y="4192905"/>
            <a:ext cx="1493520" cy="327660"/>
          </a:xfrm>
          <a:prstGeom prst="rect">
            <a:avLst/>
          </a:prstGeom>
          <a:noFill/>
        </p:spPr>
        <p:txBody>
          <a:bodyPr wrap="square" lIns="0" tIns="45720" rIns="0" bIns="45720" rtlCol="0">
            <a:no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XXXXX</a:t>
            </a:r>
            <a:endParaRPr lang="en-US" altLang="zh-CN" sz="2000" b="1" dirty="0">
              <a:solidFill>
                <a:schemeClr val="bg1"/>
              </a:solidFill>
              <a:effectLst>
                <a:outerShdw blurRad="50800" dist="127000" dir="2700000" algn="tl" rotWithShape="0">
                  <a:schemeClr val="accent1">
                    <a:lumMod val="50000"/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OPPOSans B" panose="00020600040101010101" pitchFamily="18" charset="-122"/>
              <a:sym typeface="+mn-ea"/>
            </a:endParaRPr>
          </a:p>
        </p:txBody>
      </p:sp>
      <p:sp>
        <p:nvSpPr>
          <p:cNvPr id="172" name="gaoding-32"/>
          <p:cNvSpPr txBox="1"/>
          <p:nvPr>
            <p:custDataLst>
              <p:tags r:id="rId54"/>
            </p:custDataLst>
          </p:nvPr>
        </p:nvSpPr>
        <p:spPr>
          <a:xfrm>
            <a:off x="5513070" y="4831080"/>
            <a:ext cx="1403350" cy="327660"/>
          </a:xfrm>
          <a:prstGeom prst="rect">
            <a:avLst/>
          </a:prstGeom>
          <a:noFill/>
        </p:spPr>
        <p:txBody>
          <a:bodyPr wrap="square" lIns="0" tIns="45720" rIns="0" bIns="45720" rtlCol="0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</a:t>
            </a:r>
            <a:endParaRPr lang="en-US" sz="2000" b="1" dirty="0">
              <a:solidFill>
                <a:schemeClr val="bg1"/>
              </a:solidFill>
              <a:effectLst>
                <a:outerShdw blurRad="50800" dist="127000" dir="2700000" algn="tl" rotWithShape="0">
                  <a:schemeClr val="accent1">
                    <a:lumMod val="50000"/>
                    <a:alpha val="40000"/>
                  </a:schemeClr>
                </a:outerShdw>
              </a:effectLst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+mn-lt"/>
            </a:endParaRPr>
          </a:p>
        </p:txBody>
      </p:sp>
      <p:sp>
        <p:nvSpPr>
          <p:cNvPr id="186" name="gaoding-14"/>
          <p:cNvSpPr/>
          <p:nvPr>
            <p:custDataLst>
              <p:tags r:id="rId55"/>
            </p:custDataLst>
          </p:nvPr>
        </p:nvSpPr>
        <p:spPr>
          <a:xfrm>
            <a:off x="10515600" y="3134360"/>
            <a:ext cx="1511935" cy="2855595"/>
          </a:xfrm>
          <a:custGeom>
            <a:avLst/>
            <a:gdLst>
              <a:gd name="connsiteX0" fmla="*/ 2443 w 2443"/>
              <a:gd name="connsiteY0" fmla="*/ 0 h 4497"/>
              <a:gd name="connsiteX1" fmla="*/ 2443 w 2443"/>
              <a:gd name="connsiteY1" fmla="*/ 4038 h 4497"/>
              <a:gd name="connsiteX2" fmla="*/ 2039 w 2443"/>
              <a:gd name="connsiteY2" fmla="*/ 4497 h 4497"/>
              <a:gd name="connsiteX3" fmla="*/ 422 w 2443"/>
              <a:gd name="connsiteY3" fmla="*/ 4497 h 4497"/>
              <a:gd name="connsiteX4" fmla="*/ 18 w 2443"/>
              <a:gd name="connsiteY4" fmla="*/ 4038 h 4497"/>
              <a:gd name="connsiteX5" fmla="*/ 0 w 2443"/>
              <a:gd name="connsiteY5" fmla="*/ 675 h 4497"/>
              <a:gd name="connsiteX6" fmla="*/ 2443 w 2443"/>
              <a:gd name="connsiteY6" fmla="*/ 0 h 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43" h="4497">
                <a:moveTo>
                  <a:pt x="2443" y="0"/>
                </a:moveTo>
                <a:lnTo>
                  <a:pt x="2443" y="4038"/>
                </a:lnTo>
                <a:cubicBezTo>
                  <a:pt x="2443" y="4291"/>
                  <a:pt x="2262" y="4497"/>
                  <a:pt x="2039" y="4497"/>
                </a:cubicBezTo>
                <a:lnTo>
                  <a:pt x="422" y="4497"/>
                </a:lnTo>
                <a:cubicBezTo>
                  <a:pt x="199" y="4497"/>
                  <a:pt x="18" y="4291"/>
                  <a:pt x="18" y="4038"/>
                </a:cubicBezTo>
                <a:lnTo>
                  <a:pt x="0" y="675"/>
                </a:lnTo>
                <a:lnTo>
                  <a:pt x="2443" y="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 w="63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50800" dist="127000" dir="2700000" algn="t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45720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9" name="gaoding-23"/>
          <p:cNvSpPr txBox="1"/>
          <p:nvPr>
            <p:custDataLst>
              <p:tags r:id="rId56"/>
            </p:custDataLst>
          </p:nvPr>
        </p:nvSpPr>
        <p:spPr>
          <a:xfrm>
            <a:off x="10641965" y="3744595"/>
            <a:ext cx="1259205" cy="327660"/>
          </a:xfrm>
          <a:prstGeom prst="rect">
            <a:avLst/>
          </a:prstGeom>
          <a:noFill/>
        </p:spPr>
        <p:txBody>
          <a:bodyPr wrap="square" lIns="0" tIns="45720" rIns="0" bIns="45720" rtlCol="0">
            <a:no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</a:t>
            </a:r>
            <a:endParaRPr lang="en-US" altLang="zh-CN" sz="2000" b="1" dirty="0">
              <a:solidFill>
                <a:schemeClr val="bg1"/>
              </a:solidFill>
              <a:effectLst>
                <a:outerShdw blurRad="50800" dist="127000" dir="2700000" algn="tl" rotWithShape="0">
                  <a:schemeClr val="accent1">
                    <a:lumMod val="50000"/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OPPOSans B" panose="00020600040101010101" pitchFamily="18" charset="-122"/>
              <a:sym typeface="+mn-ea"/>
            </a:endParaRPr>
          </a:p>
        </p:txBody>
      </p:sp>
      <p:sp>
        <p:nvSpPr>
          <p:cNvPr id="194" name="gaoding-14"/>
          <p:cNvSpPr/>
          <p:nvPr>
            <p:custDataLst>
              <p:tags r:id="rId57"/>
            </p:custDataLst>
          </p:nvPr>
        </p:nvSpPr>
        <p:spPr>
          <a:xfrm flipH="1">
            <a:off x="177165" y="3134360"/>
            <a:ext cx="1663700" cy="2866390"/>
          </a:xfrm>
          <a:custGeom>
            <a:avLst/>
            <a:gdLst>
              <a:gd name="connsiteX0" fmla="*/ 2620 w 2620"/>
              <a:gd name="connsiteY0" fmla="*/ 0 h 4514"/>
              <a:gd name="connsiteX1" fmla="*/ 2620 w 2620"/>
              <a:gd name="connsiteY1" fmla="*/ 4053 h 4514"/>
              <a:gd name="connsiteX2" fmla="*/ 2185 w 2620"/>
              <a:gd name="connsiteY2" fmla="*/ 4514 h 4514"/>
              <a:gd name="connsiteX3" fmla="*/ 447 w 2620"/>
              <a:gd name="connsiteY3" fmla="*/ 4514 h 4514"/>
              <a:gd name="connsiteX4" fmla="*/ 12 w 2620"/>
              <a:gd name="connsiteY4" fmla="*/ 4053 h 4514"/>
              <a:gd name="connsiteX5" fmla="*/ 0 w 2620"/>
              <a:gd name="connsiteY5" fmla="*/ 731 h 4514"/>
              <a:gd name="connsiteX6" fmla="*/ 2620 w 2620"/>
              <a:gd name="connsiteY6" fmla="*/ 0 h 4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20" h="4514">
                <a:moveTo>
                  <a:pt x="2620" y="0"/>
                </a:moveTo>
                <a:lnTo>
                  <a:pt x="2620" y="4053"/>
                </a:lnTo>
                <a:cubicBezTo>
                  <a:pt x="2620" y="4308"/>
                  <a:pt x="2425" y="4514"/>
                  <a:pt x="2185" y="4514"/>
                </a:cubicBezTo>
                <a:lnTo>
                  <a:pt x="447" y="4514"/>
                </a:lnTo>
                <a:cubicBezTo>
                  <a:pt x="207" y="4514"/>
                  <a:pt x="12" y="4308"/>
                  <a:pt x="12" y="4053"/>
                </a:cubicBezTo>
                <a:lnTo>
                  <a:pt x="0" y="731"/>
                </a:lnTo>
                <a:lnTo>
                  <a:pt x="2620" y="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 w="6350">
            <a:gradFill>
              <a:gsLst>
                <a:gs pos="0">
                  <a:schemeClr val="bg1">
                    <a:alpha val="0"/>
                    <a:lumMod val="0"/>
                    <a:lumOff val="100000"/>
                  </a:schemeClr>
                </a:gs>
                <a:gs pos="100000">
                  <a:schemeClr val="bg1"/>
                </a:gs>
              </a:gsLst>
              <a:lin ang="5280000" scaled="0"/>
            </a:gradFill>
          </a:ln>
          <a:effectLst>
            <a:outerShdw blurRad="50800" dist="127000" dir="2700000" algn="t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45720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95" name="gaoding-23"/>
          <p:cNvSpPr txBox="1"/>
          <p:nvPr>
            <p:custDataLst>
              <p:tags r:id="rId58"/>
            </p:custDataLst>
          </p:nvPr>
        </p:nvSpPr>
        <p:spPr>
          <a:xfrm>
            <a:off x="372110" y="3744595"/>
            <a:ext cx="1259205" cy="708025"/>
          </a:xfrm>
          <a:prstGeom prst="rect">
            <a:avLst/>
          </a:prstGeom>
          <a:noFill/>
        </p:spPr>
        <p:txBody>
          <a:bodyPr wrap="square" lIns="0" tIns="45720" rIns="0" bIns="45720" rtlCol="0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</a:t>
            </a:r>
            <a:endParaRPr lang="en-US" sz="2000" b="1" dirty="0">
              <a:solidFill>
                <a:schemeClr val="bg1"/>
              </a:solidFill>
              <a:effectLst>
                <a:outerShdw blurRad="50800" dist="127000" dir="2700000" algn="tl" rotWithShape="0">
                  <a:schemeClr val="accent1">
                    <a:lumMod val="50000"/>
                    <a:alpha val="40000"/>
                  </a:schemeClr>
                </a:outerShdw>
              </a:effectLst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+mn-lt"/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598133" y="2693670"/>
            <a:ext cx="905379" cy="899795"/>
            <a:chOff x="28785" y="14276"/>
            <a:chExt cx="1426" cy="1417"/>
          </a:xfrm>
        </p:grpSpPr>
        <p:sp>
          <p:nvSpPr>
            <p:cNvPr id="203" name="椭圆 202"/>
            <p:cNvSpPr/>
            <p:nvPr>
              <p:custDataLst>
                <p:tags r:id="rId59"/>
              </p:custDataLst>
            </p:nvPr>
          </p:nvSpPr>
          <p:spPr>
            <a:xfrm>
              <a:off x="28916" y="14423"/>
              <a:ext cx="1179" cy="1179"/>
            </a:xfrm>
            <a:prstGeom prst="ellipse">
              <a:avLst/>
            </a:prstGeom>
            <a:gradFill>
              <a:gsLst>
                <a:gs pos="0">
                  <a:srgbClr val="0461F5"/>
                </a:gs>
                <a:gs pos="100000">
                  <a:srgbClr val="36A0F8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050">
                <a:solidFill>
                  <a:srgbClr val="FFFFFF"/>
                </a:solidFill>
                <a:latin typeface="Calibri" panose="020F0502020204030204" charset="0"/>
                <a:ea typeface="等线" panose="02010600030101010101" charset="-122"/>
                <a:sym typeface="+mn-ea"/>
              </a:endParaRPr>
            </a:p>
          </p:txBody>
        </p:sp>
        <p:grpSp>
          <p:nvGrpSpPr>
            <p:cNvPr id="204" name="组合 203"/>
            <p:cNvGrpSpPr/>
            <p:nvPr/>
          </p:nvGrpSpPr>
          <p:grpSpPr>
            <a:xfrm rot="0">
              <a:off x="28785" y="14276"/>
              <a:ext cx="1426" cy="1417"/>
              <a:chOff x="1100931" y="2605881"/>
              <a:chExt cx="1336929" cy="1328738"/>
            </a:xfrm>
          </p:grpSpPr>
          <p:sp>
            <p:nvSpPr>
              <p:cNvPr id="205" name="文本框 204"/>
              <p:cNvSpPr txBox="1"/>
              <p:nvPr>
                <p:custDataLst>
                  <p:tags r:id="rId60"/>
                </p:custDataLst>
              </p:nvPr>
            </p:nvSpPr>
            <p:spPr>
              <a:xfrm>
                <a:off x="1111300" y="2924630"/>
                <a:ext cx="1326560" cy="707811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600" dirty="0">
                    <a:latin typeface="微软雅黑" panose="020B0503020204020204" charset="-122"/>
                    <a:ea typeface="微软雅黑" panose="020B0503020204020204" charset="-122"/>
                  </a:rPr>
                  <a:t>01</a:t>
                </a:r>
                <a:endParaRPr lang="en-US" altLang="zh-CN" sz="26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6" name="椭圆 205"/>
              <p:cNvSpPr/>
              <p:nvPr>
                <p:custDataLst>
                  <p:tags r:id="rId61"/>
                </p:custDataLst>
              </p:nvPr>
            </p:nvSpPr>
            <p:spPr>
              <a:xfrm>
                <a:off x="1212850" y="2717800"/>
                <a:ext cx="1104900" cy="1104900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椭圆 206"/>
              <p:cNvSpPr/>
              <p:nvPr>
                <p:custDataLst>
                  <p:tags r:id="rId62"/>
                </p:custDataLst>
              </p:nvPr>
            </p:nvSpPr>
            <p:spPr>
              <a:xfrm>
                <a:off x="1175544" y="2680494"/>
                <a:ext cx="1179513" cy="1179513"/>
              </a:xfrm>
              <a:prstGeom prst="ellipse">
                <a:avLst/>
              </a:prstGeom>
              <a:noFill/>
              <a:ln w="6350">
                <a:gradFill>
                  <a:gsLst>
                    <a:gs pos="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/>
              <p:cNvSpPr/>
              <p:nvPr>
                <p:custDataLst>
                  <p:tags r:id="rId63"/>
                </p:custDataLst>
              </p:nvPr>
            </p:nvSpPr>
            <p:spPr>
              <a:xfrm>
                <a:off x="1138238" y="2643188"/>
                <a:ext cx="1254125" cy="1254125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/>
              <p:cNvSpPr/>
              <p:nvPr>
                <p:custDataLst>
                  <p:tags r:id="rId64"/>
                </p:custDataLst>
              </p:nvPr>
            </p:nvSpPr>
            <p:spPr>
              <a:xfrm>
                <a:off x="1100931" y="2605881"/>
                <a:ext cx="1328738" cy="1328738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4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12" name="组合 211"/>
          <p:cNvGrpSpPr/>
          <p:nvPr/>
        </p:nvGrpSpPr>
        <p:grpSpPr>
          <a:xfrm>
            <a:off x="2368550" y="3051175"/>
            <a:ext cx="900430" cy="899160"/>
            <a:chOff x="28783" y="14276"/>
            <a:chExt cx="1418" cy="1416"/>
          </a:xfrm>
        </p:grpSpPr>
        <p:sp>
          <p:nvSpPr>
            <p:cNvPr id="213" name="椭圆 212"/>
            <p:cNvSpPr/>
            <p:nvPr>
              <p:custDataLst>
                <p:tags r:id="rId65"/>
              </p:custDataLst>
            </p:nvPr>
          </p:nvSpPr>
          <p:spPr>
            <a:xfrm>
              <a:off x="28916" y="14423"/>
              <a:ext cx="1179" cy="1179"/>
            </a:xfrm>
            <a:prstGeom prst="ellipse">
              <a:avLst/>
            </a:prstGeom>
            <a:gradFill>
              <a:gsLst>
                <a:gs pos="0">
                  <a:srgbClr val="0461F5"/>
                </a:gs>
                <a:gs pos="100000">
                  <a:srgbClr val="36A0F8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050">
                <a:solidFill>
                  <a:srgbClr val="FFFFFF"/>
                </a:solidFill>
                <a:latin typeface="Calibri" panose="020F0502020204030204" charset="0"/>
                <a:ea typeface="等线" panose="02010600030101010101" charset="-122"/>
                <a:sym typeface="+mn-ea"/>
              </a:endParaRPr>
            </a:p>
          </p:txBody>
        </p:sp>
        <p:grpSp>
          <p:nvGrpSpPr>
            <p:cNvPr id="214" name="组合 213"/>
            <p:cNvGrpSpPr/>
            <p:nvPr/>
          </p:nvGrpSpPr>
          <p:grpSpPr>
            <a:xfrm rot="0">
              <a:off x="28783" y="14276"/>
              <a:ext cx="1419" cy="1417"/>
              <a:chOff x="1099110" y="2605881"/>
              <a:chExt cx="1330559" cy="1328738"/>
            </a:xfrm>
          </p:grpSpPr>
          <p:sp>
            <p:nvSpPr>
              <p:cNvPr id="215" name="文本框 214"/>
              <p:cNvSpPr txBox="1"/>
              <p:nvPr>
                <p:custDataLst>
                  <p:tags r:id="rId66"/>
                </p:custDataLst>
              </p:nvPr>
            </p:nvSpPr>
            <p:spPr>
              <a:xfrm>
                <a:off x="1099110" y="2949010"/>
                <a:ext cx="1326560" cy="707811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600" dirty="0">
                    <a:latin typeface="微软雅黑" panose="020B0503020204020204" charset="-122"/>
                    <a:ea typeface="微软雅黑" panose="020B0503020204020204" charset="-122"/>
                  </a:rPr>
                  <a:t>02</a:t>
                </a:r>
                <a:endParaRPr lang="en-US" altLang="zh-CN" sz="26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6" name="椭圆 215"/>
              <p:cNvSpPr/>
              <p:nvPr>
                <p:custDataLst>
                  <p:tags r:id="rId67"/>
                </p:custDataLst>
              </p:nvPr>
            </p:nvSpPr>
            <p:spPr>
              <a:xfrm>
                <a:off x="1212850" y="2717800"/>
                <a:ext cx="1104900" cy="1104900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椭圆 216"/>
              <p:cNvSpPr/>
              <p:nvPr>
                <p:custDataLst>
                  <p:tags r:id="rId68"/>
                </p:custDataLst>
              </p:nvPr>
            </p:nvSpPr>
            <p:spPr>
              <a:xfrm>
                <a:off x="1175544" y="2680494"/>
                <a:ext cx="1179513" cy="1179513"/>
              </a:xfrm>
              <a:prstGeom prst="ellipse">
                <a:avLst/>
              </a:prstGeom>
              <a:noFill/>
              <a:ln w="6350">
                <a:gradFill>
                  <a:gsLst>
                    <a:gs pos="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椭圆 217"/>
              <p:cNvSpPr/>
              <p:nvPr>
                <p:custDataLst>
                  <p:tags r:id="rId69"/>
                </p:custDataLst>
              </p:nvPr>
            </p:nvSpPr>
            <p:spPr>
              <a:xfrm>
                <a:off x="1138238" y="2643188"/>
                <a:ext cx="1254125" cy="1254125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椭圆 218"/>
              <p:cNvSpPr/>
              <p:nvPr>
                <p:custDataLst>
                  <p:tags r:id="rId70"/>
                </p:custDataLst>
              </p:nvPr>
            </p:nvSpPr>
            <p:spPr>
              <a:xfrm>
                <a:off x="1100931" y="2605881"/>
                <a:ext cx="1328738" cy="1328738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4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21" name="组合 220"/>
          <p:cNvGrpSpPr/>
          <p:nvPr/>
        </p:nvGrpSpPr>
        <p:grpSpPr>
          <a:xfrm>
            <a:off x="4086860" y="3393440"/>
            <a:ext cx="900430" cy="899160"/>
            <a:chOff x="28783" y="14276"/>
            <a:chExt cx="1418" cy="1416"/>
          </a:xfrm>
        </p:grpSpPr>
        <p:sp>
          <p:nvSpPr>
            <p:cNvPr id="222" name="椭圆 221"/>
            <p:cNvSpPr/>
            <p:nvPr>
              <p:custDataLst>
                <p:tags r:id="rId71"/>
              </p:custDataLst>
            </p:nvPr>
          </p:nvSpPr>
          <p:spPr>
            <a:xfrm>
              <a:off x="28916" y="14423"/>
              <a:ext cx="1179" cy="1179"/>
            </a:xfrm>
            <a:prstGeom prst="ellipse">
              <a:avLst/>
            </a:prstGeom>
            <a:gradFill>
              <a:gsLst>
                <a:gs pos="0">
                  <a:srgbClr val="0461F5"/>
                </a:gs>
                <a:gs pos="100000">
                  <a:srgbClr val="36A0F8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050">
                <a:solidFill>
                  <a:srgbClr val="FFFFFF"/>
                </a:solidFill>
                <a:latin typeface="Calibri" panose="020F0502020204030204" charset="0"/>
                <a:ea typeface="等线" panose="02010600030101010101" charset="-122"/>
                <a:sym typeface="+mn-ea"/>
              </a:endParaRPr>
            </a:p>
          </p:txBody>
        </p:sp>
        <p:grpSp>
          <p:nvGrpSpPr>
            <p:cNvPr id="223" name="组合 222"/>
            <p:cNvGrpSpPr/>
            <p:nvPr/>
          </p:nvGrpSpPr>
          <p:grpSpPr>
            <a:xfrm rot="0">
              <a:off x="28783" y="14276"/>
              <a:ext cx="1419" cy="1417"/>
              <a:chOff x="1099110" y="2605881"/>
              <a:chExt cx="1330559" cy="1328738"/>
            </a:xfrm>
          </p:grpSpPr>
          <p:sp>
            <p:nvSpPr>
              <p:cNvPr id="233" name="文本框 232"/>
              <p:cNvSpPr txBox="1"/>
              <p:nvPr>
                <p:custDataLst>
                  <p:tags r:id="rId72"/>
                </p:custDataLst>
              </p:nvPr>
            </p:nvSpPr>
            <p:spPr>
              <a:xfrm>
                <a:off x="1099110" y="2924630"/>
                <a:ext cx="1326560" cy="707811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600" dirty="0">
                    <a:latin typeface="微软雅黑" panose="020B0503020204020204" charset="-122"/>
                    <a:ea typeface="微软雅黑" panose="020B0503020204020204" charset="-122"/>
                  </a:rPr>
                  <a:t>03</a:t>
                </a:r>
                <a:endParaRPr lang="en-US" altLang="zh-CN" sz="26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34" name="椭圆 233"/>
              <p:cNvSpPr/>
              <p:nvPr>
                <p:custDataLst>
                  <p:tags r:id="rId73"/>
                </p:custDataLst>
              </p:nvPr>
            </p:nvSpPr>
            <p:spPr>
              <a:xfrm>
                <a:off x="1212850" y="2717800"/>
                <a:ext cx="1104900" cy="1104900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椭圆 234"/>
              <p:cNvSpPr/>
              <p:nvPr>
                <p:custDataLst>
                  <p:tags r:id="rId74"/>
                </p:custDataLst>
              </p:nvPr>
            </p:nvSpPr>
            <p:spPr>
              <a:xfrm>
                <a:off x="1175544" y="2680494"/>
                <a:ext cx="1179513" cy="1179513"/>
              </a:xfrm>
              <a:prstGeom prst="ellipse">
                <a:avLst/>
              </a:prstGeom>
              <a:noFill/>
              <a:ln w="6350">
                <a:gradFill>
                  <a:gsLst>
                    <a:gs pos="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椭圆 235"/>
              <p:cNvSpPr/>
              <p:nvPr>
                <p:custDataLst>
                  <p:tags r:id="rId75"/>
                </p:custDataLst>
              </p:nvPr>
            </p:nvSpPr>
            <p:spPr>
              <a:xfrm>
                <a:off x="1138238" y="2643188"/>
                <a:ext cx="1254125" cy="1254125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椭圆 236"/>
              <p:cNvSpPr/>
              <p:nvPr>
                <p:custDataLst>
                  <p:tags r:id="rId76"/>
                </p:custDataLst>
              </p:nvPr>
            </p:nvSpPr>
            <p:spPr>
              <a:xfrm>
                <a:off x="1100931" y="2605881"/>
                <a:ext cx="1328738" cy="1328738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4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38" name="组合 237"/>
          <p:cNvGrpSpPr/>
          <p:nvPr/>
        </p:nvGrpSpPr>
        <p:grpSpPr>
          <a:xfrm>
            <a:off x="5746750" y="3782060"/>
            <a:ext cx="900430" cy="899160"/>
            <a:chOff x="28783" y="14276"/>
            <a:chExt cx="1418" cy="1416"/>
          </a:xfrm>
        </p:grpSpPr>
        <p:sp>
          <p:nvSpPr>
            <p:cNvPr id="239" name="椭圆 238"/>
            <p:cNvSpPr/>
            <p:nvPr>
              <p:custDataLst>
                <p:tags r:id="rId77"/>
              </p:custDataLst>
            </p:nvPr>
          </p:nvSpPr>
          <p:spPr>
            <a:xfrm>
              <a:off x="28916" y="14423"/>
              <a:ext cx="1179" cy="1179"/>
            </a:xfrm>
            <a:prstGeom prst="ellipse">
              <a:avLst/>
            </a:prstGeom>
            <a:gradFill>
              <a:gsLst>
                <a:gs pos="0">
                  <a:srgbClr val="0461F5"/>
                </a:gs>
                <a:gs pos="100000">
                  <a:srgbClr val="36A0F8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050">
                <a:solidFill>
                  <a:srgbClr val="FFFFFF"/>
                </a:solidFill>
                <a:latin typeface="Calibri" panose="020F0502020204030204" charset="0"/>
                <a:ea typeface="等线" panose="02010600030101010101" charset="-122"/>
                <a:sym typeface="+mn-ea"/>
              </a:endParaRPr>
            </a:p>
          </p:txBody>
        </p:sp>
        <p:grpSp>
          <p:nvGrpSpPr>
            <p:cNvPr id="240" name="组合 239"/>
            <p:cNvGrpSpPr/>
            <p:nvPr/>
          </p:nvGrpSpPr>
          <p:grpSpPr>
            <a:xfrm rot="0">
              <a:off x="28783" y="14276"/>
              <a:ext cx="1419" cy="1417"/>
              <a:chOff x="1099110" y="2605881"/>
              <a:chExt cx="1330559" cy="1328738"/>
            </a:xfrm>
          </p:grpSpPr>
          <p:sp>
            <p:nvSpPr>
              <p:cNvPr id="241" name="文本框 240"/>
              <p:cNvSpPr txBox="1"/>
              <p:nvPr>
                <p:custDataLst>
                  <p:tags r:id="rId78"/>
                </p:custDataLst>
              </p:nvPr>
            </p:nvSpPr>
            <p:spPr>
              <a:xfrm>
                <a:off x="1099110" y="2961200"/>
                <a:ext cx="1326560" cy="707811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600" dirty="0">
                    <a:latin typeface="微软雅黑" panose="020B0503020204020204" charset="-122"/>
                    <a:ea typeface="微软雅黑" panose="020B0503020204020204" charset="-122"/>
                  </a:rPr>
                  <a:t>04</a:t>
                </a:r>
                <a:endParaRPr lang="en-US" altLang="zh-CN" sz="26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2" name="椭圆 241"/>
              <p:cNvSpPr/>
              <p:nvPr>
                <p:custDataLst>
                  <p:tags r:id="rId79"/>
                </p:custDataLst>
              </p:nvPr>
            </p:nvSpPr>
            <p:spPr>
              <a:xfrm>
                <a:off x="1212850" y="2717800"/>
                <a:ext cx="1104900" cy="1104900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" name="椭圆 242"/>
              <p:cNvSpPr/>
              <p:nvPr>
                <p:custDataLst>
                  <p:tags r:id="rId80"/>
                </p:custDataLst>
              </p:nvPr>
            </p:nvSpPr>
            <p:spPr>
              <a:xfrm>
                <a:off x="1175544" y="2680494"/>
                <a:ext cx="1179513" cy="1179513"/>
              </a:xfrm>
              <a:prstGeom prst="ellipse">
                <a:avLst/>
              </a:prstGeom>
              <a:noFill/>
              <a:ln w="6350">
                <a:gradFill>
                  <a:gsLst>
                    <a:gs pos="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椭圆 243"/>
              <p:cNvSpPr/>
              <p:nvPr>
                <p:custDataLst>
                  <p:tags r:id="rId81"/>
                </p:custDataLst>
              </p:nvPr>
            </p:nvSpPr>
            <p:spPr>
              <a:xfrm>
                <a:off x="1138238" y="2643188"/>
                <a:ext cx="1254125" cy="1254125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椭圆 244"/>
              <p:cNvSpPr/>
              <p:nvPr>
                <p:custDataLst>
                  <p:tags r:id="rId82"/>
                </p:custDataLst>
              </p:nvPr>
            </p:nvSpPr>
            <p:spPr>
              <a:xfrm>
                <a:off x="1100931" y="2605881"/>
                <a:ext cx="1328738" cy="1328738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4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46" name="组合 245"/>
          <p:cNvGrpSpPr/>
          <p:nvPr/>
        </p:nvGrpSpPr>
        <p:grpSpPr>
          <a:xfrm>
            <a:off x="7391363" y="3393440"/>
            <a:ext cx="905379" cy="899795"/>
            <a:chOff x="28785" y="14276"/>
            <a:chExt cx="1426" cy="1417"/>
          </a:xfrm>
        </p:grpSpPr>
        <p:sp>
          <p:nvSpPr>
            <p:cNvPr id="247" name="椭圆 246"/>
            <p:cNvSpPr/>
            <p:nvPr>
              <p:custDataLst>
                <p:tags r:id="rId83"/>
              </p:custDataLst>
            </p:nvPr>
          </p:nvSpPr>
          <p:spPr>
            <a:xfrm>
              <a:off x="28916" y="14423"/>
              <a:ext cx="1179" cy="1179"/>
            </a:xfrm>
            <a:prstGeom prst="ellipse">
              <a:avLst/>
            </a:prstGeom>
            <a:gradFill>
              <a:gsLst>
                <a:gs pos="0">
                  <a:srgbClr val="0461F5"/>
                </a:gs>
                <a:gs pos="100000">
                  <a:srgbClr val="36A0F8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050">
                <a:solidFill>
                  <a:srgbClr val="FFFFFF"/>
                </a:solidFill>
                <a:latin typeface="Calibri" panose="020F0502020204030204" charset="0"/>
                <a:ea typeface="等线" panose="02010600030101010101" charset="-122"/>
                <a:sym typeface="+mn-ea"/>
              </a:endParaRPr>
            </a:p>
          </p:txBody>
        </p:sp>
        <p:grpSp>
          <p:nvGrpSpPr>
            <p:cNvPr id="248" name="组合 247"/>
            <p:cNvGrpSpPr/>
            <p:nvPr/>
          </p:nvGrpSpPr>
          <p:grpSpPr>
            <a:xfrm rot="0">
              <a:off x="28785" y="14276"/>
              <a:ext cx="1426" cy="1417"/>
              <a:chOff x="1100931" y="2605881"/>
              <a:chExt cx="1336929" cy="1328738"/>
            </a:xfrm>
          </p:grpSpPr>
          <p:sp>
            <p:nvSpPr>
              <p:cNvPr id="249" name="文本框 248"/>
              <p:cNvSpPr txBox="1"/>
              <p:nvPr>
                <p:custDataLst>
                  <p:tags r:id="rId84"/>
                </p:custDataLst>
              </p:nvPr>
            </p:nvSpPr>
            <p:spPr>
              <a:xfrm>
                <a:off x="1111300" y="2961200"/>
                <a:ext cx="1326560" cy="707811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600" dirty="0">
                    <a:latin typeface="微软雅黑" panose="020B0503020204020204" charset="-122"/>
                    <a:ea typeface="微软雅黑" panose="020B0503020204020204" charset="-122"/>
                  </a:rPr>
                  <a:t>05</a:t>
                </a:r>
                <a:endParaRPr lang="en-US" altLang="zh-CN" sz="26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0" name="椭圆 249"/>
              <p:cNvSpPr/>
              <p:nvPr>
                <p:custDataLst>
                  <p:tags r:id="rId85"/>
                </p:custDataLst>
              </p:nvPr>
            </p:nvSpPr>
            <p:spPr>
              <a:xfrm>
                <a:off x="1212850" y="2717800"/>
                <a:ext cx="1104900" cy="1104900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" name="椭圆 250"/>
              <p:cNvSpPr/>
              <p:nvPr>
                <p:custDataLst>
                  <p:tags r:id="rId86"/>
                </p:custDataLst>
              </p:nvPr>
            </p:nvSpPr>
            <p:spPr>
              <a:xfrm>
                <a:off x="1175544" y="2680494"/>
                <a:ext cx="1179513" cy="1179513"/>
              </a:xfrm>
              <a:prstGeom prst="ellipse">
                <a:avLst/>
              </a:prstGeom>
              <a:noFill/>
              <a:ln w="6350">
                <a:gradFill>
                  <a:gsLst>
                    <a:gs pos="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" name="椭圆 251"/>
              <p:cNvSpPr/>
              <p:nvPr>
                <p:custDataLst>
                  <p:tags r:id="rId87"/>
                </p:custDataLst>
              </p:nvPr>
            </p:nvSpPr>
            <p:spPr>
              <a:xfrm>
                <a:off x="1138238" y="2643188"/>
                <a:ext cx="1254125" cy="1254125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" name="椭圆 252"/>
              <p:cNvSpPr/>
              <p:nvPr>
                <p:custDataLst>
                  <p:tags r:id="rId88"/>
                </p:custDataLst>
              </p:nvPr>
            </p:nvSpPr>
            <p:spPr>
              <a:xfrm>
                <a:off x="1100931" y="2605881"/>
                <a:ext cx="1328738" cy="1328738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4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4" name="组合 253"/>
          <p:cNvGrpSpPr/>
          <p:nvPr/>
        </p:nvGrpSpPr>
        <p:grpSpPr>
          <a:xfrm>
            <a:off x="9116695" y="3051175"/>
            <a:ext cx="900430" cy="899160"/>
            <a:chOff x="28783" y="14276"/>
            <a:chExt cx="1418" cy="1416"/>
          </a:xfrm>
        </p:grpSpPr>
        <p:sp>
          <p:nvSpPr>
            <p:cNvPr id="255" name="椭圆 254"/>
            <p:cNvSpPr/>
            <p:nvPr>
              <p:custDataLst>
                <p:tags r:id="rId89"/>
              </p:custDataLst>
            </p:nvPr>
          </p:nvSpPr>
          <p:spPr>
            <a:xfrm>
              <a:off x="28916" y="14423"/>
              <a:ext cx="1179" cy="1179"/>
            </a:xfrm>
            <a:prstGeom prst="ellipse">
              <a:avLst/>
            </a:prstGeom>
            <a:gradFill>
              <a:gsLst>
                <a:gs pos="0">
                  <a:srgbClr val="0461F5"/>
                </a:gs>
                <a:gs pos="100000">
                  <a:srgbClr val="36A0F8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050">
                <a:solidFill>
                  <a:srgbClr val="FFFFFF"/>
                </a:solidFill>
                <a:latin typeface="Calibri" panose="020F0502020204030204" charset="0"/>
                <a:ea typeface="等线" panose="02010600030101010101" charset="-122"/>
                <a:sym typeface="+mn-ea"/>
              </a:endParaRPr>
            </a:p>
          </p:txBody>
        </p:sp>
        <p:grpSp>
          <p:nvGrpSpPr>
            <p:cNvPr id="256" name="组合 255"/>
            <p:cNvGrpSpPr/>
            <p:nvPr/>
          </p:nvGrpSpPr>
          <p:grpSpPr>
            <a:xfrm rot="0">
              <a:off x="28783" y="14276"/>
              <a:ext cx="1419" cy="1417"/>
              <a:chOff x="1099110" y="2605881"/>
              <a:chExt cx="1330559" cy="1328738"/>
            </a:xfrm>
          </p:grpSpPr>
          <p:sp>
            <p:nvSpPr>
              <p:cNvPr id="257" name="文本框 256"/>
              <p:cNvSpPr txBox="1"/>
              <p:nvPr>
                <p:custDataLst>
                  <p:tags r:id="rId90"/>
                </p:custDataLst>
              </p:nvPr>
            </p:nvSpPr>
            <p:spPr>
              <a:xfrm>
                <a:off x="1099110" y="2943384"/>
                <a:ext cx="1326560" cy="707811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600" dirty="0">
                    <a:latin typeface="微软雅黑" panose="020B0503020204020204" charset="-122"/>
                    <a:ea typeface="微软雅黑" panose="020B0503020204020204" charset="-122"/>
                  </a:rPr>
                  <a:t>06</a:t>
                </a:r>
                <a:endParaRPr lang="en-US" altLang="zh-CN" sz="26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8" name="椭圆 257"/>
              <p:cNvSpPr/>
              <p:nvPr>
                <p:custDataLst>
                  <p:tags r:id="rId91"/>
                </p:custDataLst>
              </p:nvPr>
            </p:nvSpPr>
            <p:spPr>
              <a:xfrm>
                <a:off x="1212850" y="2717800"/>
                <a:ext cx="1104900" cy="1104900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椭圆 258"/>
              <p:cNvSpPr/>
              <p:nvPr>
                <p:custDataLst>
                  <p:tags r:id="rId92"/>
                </p:custDataLst>
              </p:nvPr>
            </p:nvSpPr>
            <p:spPr>
              <a:xfrm>
                <a:off x="1175544" y="2680494"/>
                <a:ext cx="1179513" cy="1179513"/>
              </a:xfrm>
              <a:prstGeom prst="ellipse">
                <a:avLst/>
              </a:prstGeom>
              <a:noFill/>
              <a:ln w="6350">
                <a:gradFill>
                  <a:gsLst>
                    <a:gs pos="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椭圆 260"/>
              <p:cNvSpPr/>
              <p:nvPr>
                <p:custDataLst>
                  <p:tags r:id="rId93"/>
                </p:custDataLst>
              </p:nvPr>
            </p:nvSpPr>
            <p:spPr>
              <a:xfrm>
                <a:off x="1138238" y="2643188"/>
                <a:ext cx="1254125" cy="1254125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" name="椭圆 261"/>
              <p:cNvSpPr/>
              <p:nvPr>
                <p:custDataLst>
                  <p:tags r:id="rId94"/>
                </p:custDataLst>
              </p:nvPr>
            </p:nvSpPr>
            <p:spPr>
              <a:xfrm>
                <a:off x="1100931" y="2605881"/>
                <a:ext cx="1328738" cy="1328738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4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63" name="组合 262"/>
          <p:cNvGrpSpPr/>
          <p:nvPr/>
        </p:nvGrpSpPr>
        <p:grpSpPr>
          <a:xfrm>
            <a:off x="10814751" y="2693670"/>
            <a:ext cx="913634" cy="899795"/>
            <a:chOff x="28785" y="14276"/>
            <a:chExt cx="1439" cy="1417"/>
          </a:xfrm>
        </p:grpSpPr>
        <p:sp>
          <p:nvSpPr>
            <p:cNvPr id="264" name="椭圆 263"/>
            <p:cNvSpPr/>
            <p:nvPr>
              <p:custDataLst>
                <p:tags r:id="rId95"/>
              </p:custDataLst>
            </p:nvPr>
          </p:nvSpPr>
          <p:spPr>
            <a:xfrm>
              <a:off x="28916" y="14423"/>
              <a:ext cx="1179" cy="1179"/>
            </a:xfrm>
            <a:prstGeom prst="ellipse">
              <a:avLst/>
            </a:prstGeom>
            <a:gradFill>
              <a:gsLst>
                <a:gs pos="0">
                  <a:srgbClr val="0461F5"/>
                </a:gs>
                <a:gs pos="100000">
                  <a:srgbClr val="36A0F8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050">
                <a:solidFill>
                  <a:srgbClr val="FFFFFF"/>
                </a:solidFill>
                <a:latin typeface="Calibri" panose="020F0502020204030204" charset="0"/>
                <a:ea typeface="等线" panose="02010600030101010101" charset="-122"/>
                <a:sym typeface="+mn-ea"/>
              </a:endParaRPr>
            </a:p>
          </p:txBody>
        </p:sp>
        <p:grpSp>
          <p:nvGrpSpPr>
            <p:cNvPr id="265" name="组合 264"/>
            <p:cNvGrpSpPr/>
            <p:nvPr/>
          </p:nvGrpSpPr>
          <p:grpSpPr>
            <a:xfrm rot="0">
              <a:off x="28785" y="14276"/>
              <a:ext cx="1439" cy="1417"/>
              <a:chOff x="1100931" y="2605881"/>
              <a:chExt cx="1349119" cy="1328738"/>
            </a:xfrm>
          </p:grpSpPr>
          <p:sp>
            <p:nvSpPr>
              <p:cNvPr id="266" name="文本框 265"/>
              <p:cNvSpPr txBox="1"/>
              <p:nvPr>
                <p:custDataLst>
                  <p:tags r:id="rId96"/>
                </p:custDataLst>
              </p:nvPr>
            </p:nvSpPr>
            <p:spPr>
              <a:xfrm>
                <a:off x="1123490" y="2936820"/>
                <a:ext cx="1326560" cy="707811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600" dirty="0">
                    <a:latin typeface="微软雅黑" panose="020B0503020204020204" charset="-122"/>
                    <a:ea typeface="微软雅黑" panose="020B0503020204020204" charset="-122"/>
                  </a:rPr>
                  <a:t>07</a:t>
                </a:r>
                <a:endParaRPr lang="en-US" altLang="zh-CN" sz="26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67" name="椭圆 266"/>
              <p:cNvSpPr/>
              <p:nvPr>
                <p:custDataLst>
                  <p:tags r:id="rId97"/>
                </p:custDataLst>
              </p:nvPr>
            </p:nvSpPr>
            <p:spPr>
              <a:xfrm>
                <a:off x="1212850" y="2717800"/>
                <a:ext cx="1104900" cy="1104900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" name="椭圆 267"/>
              <p:cNvSpPr/>
              <p:nvPr>
                <p:custDataLst>
                  <p:tags r:id="rId98"/>
                </p:custDataLst>
              </p:nvPr>
            </p:nvSpPr>
            <p:spPr>
              <a:xfrm>
                <a:off x="1175544" y="2680494"/>
                <a:ext cx="1179513" cy="1179513"/>
              </a:xfrm>
              <a:prstGeom prst="ellipse">
                <a:avLst/>
              </a:prstGeom>
              <a:noFill/>
              <a:ln w="6350">
                <a:gradFill>
                  <a:gsLst>
                    <a:gs pos="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" name="椭圆 268"/>
              <p:cNvSpPr/>
              <p:nvPr>
                <p:custDataLst>
                  <p:tags r:id="rId99"/>
                </p:custDataLst>
              </p:nvPr>
            </p:nvSpPr>
            <p:spPr>
              <a:xfrm>
                <a:off x="1138238" y="2643188"/>
                <a:ext cx="1254125" cy="1254125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" name="椭圆 269"/>
              <p:cNvSpPr/>
              <p:nvPr>
                <p:custDataLst>
                  <p:tags r:id="rId100"/>
                </p:custDataLst>
              </p:nvPr>
            </p:nvSpPr>
            <p:spPr>
              <a:xfrm>
                <a:off x="1100931" y="2605881"/>
                <a:ext cx="1328738" cy="1328738"/>
              </a:xfrm>
              <a:prstGeom prst="ellipse">
                <a:avLst/>
              </a:prstGeom>
              <a:noFill/>
              <a:ln w="3175">
                <a:gradFill>
                  <a:gsLst>
                    <a:gs pos="0">
                      <a:schemeClr val="accent1">
                        <a:alpha val="4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76" name="任意多边形 275"/>
          <p:cNvSpPr/>
          <p:nvPr>
            <p:custDataLst>
              <p:tags r:id="rId101"/>
            </p:custDataLst>
          </p:nvPr>
        </p:nvSpPr>
        <p:spPr>
          <a:xfrm rot="20241644" flipH="1">
            <a:off x="-288478" y="2079875"/>
            <a:ext cx="1351871" cy="1980471"/>
          </a:xfrm>
          <a:custGeom>
            <a:avLst/>
            <a:gdLst>
              <a:gd name="connsiteX0" fmla="*/ 1994 w 2128"/>
              <a:gd name="connsiteY0" fmla="*/ 2082 h 3118"/>
              <a:gd name="connsiteX1" fmla="*/ 1443 w 2128"/>
              <a:gd name="connsiteY1" fmla="*/ 3119 h 3118"/>
              <a:gd name="connsiteX2" fmla="*/ 0 w 2128"/>
              <a:gd name="connsiteY2" fmla="*/ 1648 h 3118"/>
              <a:gd name="connsiteX3" fmla="*/ 1086 w 2128"/>
              <a:gd name="connsiteY3" fmla="*/ 1 h 3118"/>
              <a:gd name="connsiteX4" fmla="*/ 1833 w 2128"/>
              <a:gd name="connsiteY4" fmla="*/ 1791 h 3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9" h="3119">
                <a:moveTo>
                  <a:pt x="1994" y="2082"/>
                </a:moveTo>
                <a:cubicBezTo>
                  <a:pt x="2219" y="2874"/>
                  <a:pt x="2239" y="3119"/>
                  <a:pt x="1443" y="3119"/>
                </a:cubicBezTo>
                <a:cubicBezTo>
                  <a:pt x="646" y="3119"/>
                  <a:pt x="0" y="2461"/>
                  <a:pt x="0" y="1648"/>
                </a:cubicBezTo>
                <a:cubicBezTo>
                  <a:pt x="-14" y="686"/>
                  <a:pt x="1060" y="-28"/>
                  <a:pt x="1086" y="1"/>
                </a:cubicBezTo>
                <a:cubicBezTo>
                  <a:pt x="1138" y="59"/>
                  <a:pt x="1359" y="654"/>
                  <a:pt x="1833" y="1791"/>
                </a:cubicBezTo>
              </a:path>
            </a:pathLst>
          </a:custGeom>
          <a:gradFill flip="none" rotWithShape="1">
            <a:gsLst>
              <a:gs pos="0">
                <a:srgbClr val="106FF6">
                  <a:alpha val="38000"/>
                </a:srgbClr>
              </a:gs>
              <a:gs pos="90000">
                <a:srgbClr val="0364FC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12654" tIns="56327" rIns="112654" bIns="56327" rtlCol="0" anchor="ctr"/>
          <a:p>
            <a:pPr algn="ctr"/>
            <a:endParaRPr lang="zh-CN" altLang="en-US" sz="1665" dirty="0">
              <a:solidFill>
                <a:sysClr val="window" lastClr="FFFFFF"/>
              </a:solidFill>
              <a:latin typeface="OPPOSans M" charset="0"/>
              <a:ea typeface="OPPOSans M" charset="0"/>
            </a:endParaRPr>
          </a:p>
        </p:txBody>
      </p:sp>
      <p:sp>
        <p:nvSpPr>
          <p:cNvPr id="284" name="文本框 283"/>
          <p:cNvSpPr txBox="1"/>
          <p:nvPr/>
        </p:nvSpPr>
        <p:spPr>
          <a:xfrm>
            <a:off x="7796530" y="8075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68" name="平行四边形 367"/>
          <p:cNvSpPr/>
          <p:nvPr>
            <p:custDataLst>
              <p:tags r:id="rId1"/>
            </p:custDataLst>
          </p:nvPr>
        </p:nvSpPr>
        <p:spPr>
          <a:xfrm>
            <a:off x="112395" y="133985"/>
            <a:ext cx="6522720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273" name="图片 272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46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6415" y="203685"/>
            <a:ext cx="11041227" cy="544737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 kern="1200" baseline="0">
                <a:solidFill>
                  <a:srgbClr val="0070C0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pPr marL="12065" eaLnBrk="0" hangingPunct="0">
              <a:buSzPct val="90000"/>
              <a:tabLst>
                <a:tab pos="133985" algn="l"/>
              </a:tabLst>
            </a:pPr>
            <a:endParaRPr lang="zh-CN" altLang="en-US" spc="5" dirty="0">
              <a:latin typeface="+mj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bfb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  <p:pic>
        <p:nvPicPr>
          <p:cNvPr id="5" name="bfb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638675" y="12700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bfb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bfb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bfb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bfb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bfb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图片 3" descr="bann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39215"/>
            <a:ext cx="12192000" cy="4179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图片 3" descr="bann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39215"/>
            <a:ext cx="12192000" cy="4179570"/>
          </a:xfrm>
          <a:prstGeom prst="rect">
            <a:avLst/>
          </a:prstGeom>
        </p:spPr>
      </p:pic>
      <p:pic>
        <p:nvPicPr>
          <p:cNvPr id="5" name="bfb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图片 3" descr="bann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39215"/>
            <a:ext cx="12192000" cy="4179570"/>
          </a:xfrm>
          <a:prstGeom prst="rect">
            <a:avLst/>
          </a:prstGeom>
        </p:spPr>
      </p:pic>
      <p:pic>
        <p:nvPicPr>
          <p:cNvPr id="5" name="bfb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图片 3" descr="banner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39215"/>
            <a:ext cx="12192000" cy="4179570"/>
          </a:xfrm>
          <a:prstGeom prst="rect">
            <a:avLst/>
          </a:prstGeom>
        </p:spPr>
      </p:pic>
      <p:pic>
        <p:nvPicPr>
          <p:cNvPr id="5" name="ygb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509770" y="0"/>
            <a:ext cx="3171825" cy="6858000"/>
          </a:xfrm>
          <a:prstGeom prst="rect">
            <a:avLst/>
          </a:prstGeom>
        </p:spPr>
      </p:pic>
      <p:pic>
        <p:nvPicPr>
          <p:cNvPr id="6" name="图片 5" descr="bg_poste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6425" y="0"/>
            <a:ext cx="819150" cy="6858000"/>
          </a:xfrm>
          <a:prstGeom prst="rect">
            <a:avLst/>
          </a:prstGeom>
        </p:spPr>
      </p:pic>
      <p:pic>
        <p:nvPicPr>
          <p:cNvPr id="7" name="图片 6" descr="default-course-cov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870" y="428625"/>
            <a:ext cx="10715625" cy="6000750"/>
          </a:xfrm>
          <a:prstGeom prst="rect">
            <a:avLst/>
          </a:prstGeom>
        </p:spPr>
      </p:pic>
      <p:pic>
        <p:nvPicPr>
          <p:cNvPr id="8" name="bfb">
            <a:hlinkClick r:id="" action="ppaction://media"/>
          </p:cNvPr>
          <p:cNvPicPr/>
          <p:nvPr>
            <a:vide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图片 3" descr="deep_war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660" y="0"/>
            <a:ext cx="2138045" cy="6858000"/>
          </a:xfrm>
          <a:prstGeom prst="rect">
            <a:avLst/>
          </a:prstGeom>
        </p:spPr>
      </p:pic>
      <p:pic>
        <p:nvPicPr>
          <p:cNvPr id="5" name="图片 4" descr="bann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339215"/>
            <a:ext cx="12192000" cy="4179570"/>
          </a:xfrm>
          <a:prstGeom prst="rect">
            <a:avLst/>
          </a:prstGeom>
        </p:spPr>
      </p:pic>
      <p:pic>
        <p:nvPicPr>
          <p:cNvPr id="6" name="bfb">
            <a:hlinkClick r:id="" action="ppaction://media"/>
          </p:cNvPr>
          <p:cNvPicPr/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511675" y="0"/>
            <a:ext cx="31686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+mj-ea"/>
                <a:cs typeface="DFLiSongHK-W5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DFLiSongHK-W5" pitchFamily="18" charset="-120"/>
                <a:cs typeface="DFLiSongHK-W5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PMingLiU" panose="02020500000000000000" pitchFamily="18" charset="-120"/>
              </a:defRPr>
            </a:lvl9pPr>
          </a:lstStyle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73" name="图片 272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625" y="94615"/>
            <a:ext cx="593090" cy="534670"/>
          </a:xfrm>
          <a:prstGeom prst="rect">
            <a:avLst/>
          </a:prstGeom>
        </p:spPr>
      </p:pic>
      <p:sp>
        <p:nvSpPr>
          <p:cNvPr id="368" name="平行四边形 367"/>
          <p:cNvSpPr/>
          <p:nvPr userDrawn="1">
            <p:custDataLst>
              <p:tags r:id="rId4"/>
            </p:custDataLst>
          </p:nvPr>
        </p:nvSpPr>
        <p:spPr>
          <a:xfrm>
            <a:off x="112395" y="133985"/>
            <a:ext cx="7023735" cy="572135"/>
          </a:xfrm>
          <a:prstGeom prst="parallelogram">
            <a:avLst>
              <a:gd name="adj" fmla="val 42811"/>
            </a:avLst>
          </a:prstGeom>
          <a:gradFill>
            <a:gsLst>
              <a:gs pos="0">
                <a:srgbClr val="0461F5"/>
              </a:gs>
              <a:gs pos="100000">
                <a:srgbClr val="36A0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XXXXXX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appea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图片 3" descr="deep_war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660" y="0"/>
            <a:ext cx="2138045" cy="6858000"/>
          </a:xfrm>
          <a:prstGeom prst="rect">
            <a:avLst/>
          </a:prstGeom>
        </p:spPr>
      </p:pic>
      <p:pic>
        <p:nvPicPr>
          <p:cNvPr id="5" name="图片 4" descr="bann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339215"/>
            <a:ext cx="12192000" cy="41795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59"/>
          <p:cNvSpPr>
            <a:spLocks noChangeArrowheads="1"/>
          </p:cNvSpPr>
          <p:nvPr/>
        </p:nvSpPr>
        <p:spPr bwMode="auto">
          <a:xfrm>
            <a:off x="1728831" y="2524764"/>
            <a:ext cx="8887179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ctr">
              <a:buNone/>
            </a:pPr>
            <a:r>
              <a:rPr lang="en-US" altLang="zh-CN" sz="8000" b="1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</a:t>
            </a:r>
            <a:r>
              <a:rPr lang="zh-CN" altLang="en-US" sz="8000" b="1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8000" b="1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</a:t>
            </a:r>
            <a:endParaRPr lang="zh-CN" altLang="en-US" sz="8000" b="1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62053" y="3830955"/>
            <a:ext cx="8420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努  </a:t>
            </a:r>
            <a:r>
              <a:rPr lang="en-US" altLang="zh-CN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力  </a:t>
            </a:r>
            <a:r>
              <a:rPr lang="en-US" altLang="zh-CN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让  </a:t>
            </a:r>
            <a:r>
              <a:rPr lang="en-US" altLang="zh-CN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医  </a:t>
            </a:r>
            <a:r>
              <a:rPr lang="en-US" altLang="zh-CN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药  </a:t>
            </a:r>
            <a:r>
              <a:rPr lang="en-US" altLang="zh-CN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行  </a:t>
            </a:r>
            <a:r>
              <a:rPr lang="en-US" altLang="zh-CN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业  </a:t>
            </a:r>
            <a:r>
              <a:rPr lang="en-US" altLang="zh-CN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更  </a:t>
            </a:r>
            <a:r>
              <a:rPr lang="en-US" altLang="zh-CN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智  </a:t>
            </a:r>
            <a:r>
              <a:rPr lang="en-US" altLang="zh-CN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·</a:t>
            </a:r>
            <a:r>
              <a:rPr lang="zh-CN" altLang="en-US" sz="2400" dirty="0">
                <a:solidFill>
                  <a:srgbClr val="56CAF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能</a:t>
            </a:r>
            <a:endParaRPr lang="zh-CN" altLang="en-US" sz="2400" dirty="0">
              <a:solidFill>
                <a:srgbClr val="56CAF7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034191" y="330135"/>
            <a:ext cx="1918461" cy="5313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COMMONDATA" val="eyJoZGlkIjoiMzgyNzI3MGRiYTc1ZDA1YTUzNDg2NDhlMGZiMTgzYTcifQ=="/>
  <p:tag name="commondata" val="eyJoZGlkIjoiNmJjN2MxNjkzMDkzY2FkOWRjZmM1NjY2NDNlZjcyYjUifQ=="/>
</p:tagLst>
</file>

<file path=ppt/theme/theme1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WPS 演示</Application>
  <PresentationFormat>宽屏</PresentationFormat>
  <Paragraphs>94</Paragraphs>
  <Slides>16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微软雅黑</vt:lpstr>
      <vt:lpstr>DFLiSongHK-W5</vt:lpstr>
      <vt:lpstr>Segoe Print</vt:lpstr>
      <vt:lpstr>DFLiSongHK-W5</vt:lpstr>
      <vt:lpstr>MingLiU-ExtB</vt:lpstr>
      <vt:lpstr>PMingLiU</vt:lpstr>
      <vt:lpstr>PMingLiU-ExtB</vt:lpstr>
      <vt:lpstr>微软雅黑 Light</vt:lpstr>
      <vt:lpstr>OPPOSans M</vt:lpstr>
      <vt:lpstr>OPPOSans B</vt:lpstr>
      <vt:lpstr>OPPOSans B</vt:lpstr>
      <vt:lpstr>等线</vt:lpstr>
      <vt:lpstr>Arial Unicode MS</vt:lpstr>
      <vt:lpstr>2_Office 佈景主題</vt:lpstr>
      <vt:lpstr>1_Office 佈景主題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木头人</cp:lastModifiedBy>
  <cp:revision>497</cp:revision>
  <dcterms:created xsi:type="dcterms:W3CDTF">2025-07-14T07:59:00Z</dcterms:created>
  <dcterms:modified xsi:type="dcterms:W3CDTF">2026-10-14T02:10:10Z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20597F4A435251FE654B2D682D161E2D_43</vt:lpwstr>
  </property>
</Properties>
</file>